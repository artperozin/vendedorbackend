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0" r:id="rId5"/>
  </p:sldMasterIdLst>
  <p:notesMasterIdLst>
    <p:notesMasterId r:id="rId21"/>
  </p:notesMasterIdLst>
  <p:handoutMasterIdLst>
    <p:handoutMasterId r:id="rId22"/>
  </p:handoutMasterIdLst>
  <p:sldIdLst>
    <p:sldId id="464" r:id="rId6"/>
    <p:sldId id="478" r:id="rId7"/>
    <p:sldId id="526" r:id="rId8"/>
    <p:sldId id="530" r:id="rId9"/>
    <p:sldId id="531" r:id="rId10"/>
    <p:sldId id="541" r:id="rId11"/>
    <p:sldId id="538" r:id="rId12"/>
    <p:sldId id="539" r:id="rId13"/>
    <p:sldId id="542" r:id="rId14"/>
    <p:sldId id="540" r:id="rId15"/>
    <p:sldId id="543" r:id="rId16"/>
    <p:sldId id="544" r:id="rId17"/>
    <p:sldId id="545" r:id="rId18"/>
    <p:sldId id="546" r:id="rId19"/>
    <p:sldId id="462" r:id="rId20"/>
  </p:sldIdLst>
  <p:sldSz cx="9144000" cy="6858000" type="screen4x3"/>
  <p:notesSz cx="68580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24">
          <p15:clr>
            <a:srgbClr val="A4A3A4"/>
          </p15:clr>
        </p15:guide>
        <p15:guide id="2" orient="horz" pos="612">
          <p15:clr>
            <a:srgbClr val="A4A3A4"/>
          </p15:clr>
        </p15:guide>
        <p15:guide id="3" orient="horz" pos="2160">
          <p15:clr>
            <a:srgbClr val="A4A3A4"/>
          </p15:clr>
        </p15:guide>
        <p15:guide id="4" pos="502">
          <p15:clr>
            <a:srgbClr val="A4A3A4"/>
          </p15:clr>
        </p15:guide>
        <p15:guide id="5" pos="5458">
          <p15:clr>
            <a:srgbClr val="A4A3A4"/>
          </p15:clr>
        </p15:guide>
        <p15:guide id="6" pos="287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555555"/>
    <a:srgbClr val="D52B1E"/>
    <a:srgbClr val="8A6C4C"/>
    <a:srgbClr val="545553"/>
    <a:srgbClr val="DC5034"/>
    <a:srgbClr val="777777"/>
    <a:srgbClr val="DDDDDD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30" autoAdjust="0"/>
    <p:restoredTop sz="94660"/>
  </p:normalViewPr>
  <p:slideViewPr>
    <p:cSldViewPr snapToGrid="0">
      <p:cViewPr>
        <p:scale>
          <a:sx n="76" d="100"/>
          <a:sy n="76" d="100"/>
        </p:scale>
        <p:origin x="-1344" y="-72"/>
      </p:cViewPr>
      <p:guideLst>
        <p:guide orient="horz" pos="4224"/>
        <p:guide orient="horz" pos="612"/>
        <p:guide orient="horz" pos="2160"/>
        <p:guide pos="502"/>
        <p:guide pos="5458"/>
        <p:guide pos="28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75" d="100"/>
          <a:sy n="75" d="100"/>
        </p:scale>
        <p:origin x="-1242" y="-66"/>
      </p:cViewPr>
      <p:guideLst>
        <p:guide orient="horz" pos="2928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A4D7C4C-2E95-4B6D-AA52-E15BCD40AB0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0991" tIns="45496" rIns="90991" bIns="45496" numCol="1" anchor="t" anchorCtr="0" compatLnSpc="1">
            <a:prstTxWarp prst="textNoShape">
              <a:avLst/>
            </a:prstTxWarp>
          </a:bodyPr>
          <a:lstStyle>
            <a:lvl1pPr defTabSz="911225" eaLnBrk="0" hangingPunct="0">
              <a:defRPr sz="1200" b="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2BE40FFE-B578-41D0-9103-BB057EBF744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5088" y="0"/>
            <a:ext cx="2982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0991" tIns="45496" rIns="90991" bIns="45496" numCol="1" anchor="t" anchorCtr="0" compatLnSpc="1">
            <a:prstTxWarp prst="textNoShape">
              <a:avLst/>
            </a:prstTxWarp>
          </a:bodyPr>
          <a:lstStyle>
            <a:lvl1pPr algn="r" defTabSz="911225" eaLnBrk="0" hangingPunct="0">
              <a:defRPr sz="1200" b="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E9BB7499-B8EB-4729-A54B-DDE13F1F2B3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2982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0991" tIns="45496" rIns="90991" bIns="45496" numCol="1" anchor="b" anchorCtr="0" compatLnSpc="1">
            <a:prstTxWarp prst="textNoShape">
              <a:avLst/>
            </a:prstTxWarp>
          </a:bodyPr>
          <a:lstStyle>
            <a:lvl1pPr defTabSz="911225" eaLnBrk="0" hangingPunct="0">
              <a:defRPr sz="1200" b="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0F8FE7E4-48D4-4D7C-8E0B-E0D18859CAE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5088" y="8839200"/>
            <a:ext cx="2982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0991" tIns="45496" rIns="90991" bIns="45496" numCol="1" anchor="b" anchorCtr="0" compatLnSpc="1">
            <a:prstTxWarp prst="textNoShape">
              <a:avLst/>
            </a:prstTxWarp>
          </a:bodyPr>
          <a:lstStyle>
            <a:lvl1pPr algn="r" defTabSz="911225" eaLnBrk="0" hangingPunct="0">
              <a:defRPr sz="1200" b="0">
                <a:latin typeface="Times New Roman" panose="02020603050405020304" pitchFamily="18" charset="0"/>
              </a:defRPr>
            </a:lvl1pPr>
          </a:lstStyle>
          <a:p>
            <a:fld id="{35F324E8-21B9-4F1A-9286-69695C8CA6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A85F9C25-1FCE-40AA-A29C-9876817122E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913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0991" tIns="45496" rIns="90991" bIns="45496" numCol="1" anchor="t" anchorCtr="0" compatLnSpc="1">
            <a:prstTxWarp prst="textNoShape">
              <a:avLst/>
            </a:prstTxWarp>
          </a:bodyPr>
          <a:lstStyle>
            <a:lvl1pPr defTabSz="911225" eaLnBrk="0" hangingPunct="0">
              <a:defRPr sz="1200" b="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7DC852D1-4E07-4306-8CCF-EEA58042276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5088" y="0"/>
            <a:ext cx="2982912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0991" tIns="45496" rIns="90991" bIns="45496" numCol="1" anchor="t" anchorCtr="0" compatLnSpc="1">
            <a:prstTxWarp prst="textNoShape">
              <a:avLst/>
            </a:prstTxWarp>
          </a:bodyPr>
          <a:lstStyle>
            <a:lvl1pPr algn="r" defTabSz="911225" eaLnBrk="0" hangingPunct="0">
              <a:defRPr sz="1200" b="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8" name="Rectangle 4">
            <a:extLst>
              <a:ext uri="{FF2B5EF4-FFF2-40B4-BE49-F238E27FC236}">
                <a16:creationId xmlns:a16="http://schemas.microsoft.com/office/drawing/2014/main" id="{9099D431-09EC-435C-9872-5B34B225DD4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85850" y="687388"/>
            <a:ext cx="4686300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808F6970-A680-4531-847F-E74630350AF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5350" y="4432300"/>
            <a:ext cx="5067300" cy="4202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0991" tIns="45496" rIns="90991" bIns="4549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7110" name="Rectangle 6">
            <a:extLst>
              <a:ext uri="{FF2B5EF4-FFF2-40B4-BE49-F238E27FC236}">
                <a16:creationId xmlns:a16="http://schemas.microsoft.com/office/drawing/2014/main" id="{25284625-EC81-4307-AFF5-676EA73973B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64600"/>
            <a:ext cx="2982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0991" tIns="45496" rIns="90991" bIns="45496" numCol="1" anchor="b" anchorCtr="0" compatLnSpc="1">
            <a:prstTxWarp prst="textNoShape">
              <a:avLst/>
            </a:prstTxWarp>
          </a:bodyPr>
          <a:lstStyle>
            <a:lvl1pPr defTabSz="911225" eaLnBrk="0" hangingPunct="0">
              <a:defRPr sz="1200" b="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11" name="Rectangle 7">
            <a:extLst>
              <a:ext uri="{FF2B5EF4-FFF2-40B4-BE49-F238E27FC236}">
                <a16:creationId xmlns:a16="http://schemas.microsoft.com/office/drawing/2014/main" id="{6EA8C74D-763D-4CC9-BDBB-309EAFF0E4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5088" y="8864600"/>
            <a:ext cx="2982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0991" tIns="45496" rIns="90991" bIns="45496" numCol="1" anchor="b" anchorCtr="0" compatLnSpc="1">
            <a:prstTxWarp prst="textNoShape">
              <a:avLst/>
            </a:prstTxWarp>
          </a:bodyPr>
          <a:lstStyle>
            <a:lvl1pPr algn="r" defTabSz="911225" eaLnBrk="0" hangingPunct="0">
              <a:defRPr sz="1200" b="0">
                <a:latin typeface="Times New Roman" panose="02020603050405020304" pitchFamily="18" charset="0"/>
              </a:defRPr>
            </a:lvl1pPr>
          </a:lstStyle>
          <a:p>
            <a:fld id="{B6F8EE59-CA2C-4917-B7D9-986C3997AAA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Times New Roman" charset="0"/>
        <a:ea typeface="ＭＳ Ｐゴシック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Times New Roman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Times New Roman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Times New Roman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Times New Roman" charset="0"/>
        <a:ea typeface="ＭＳ Ｐゴシック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ppt_title_gray_ingersollrand.png">
            <a:extLst>
              <a:ext uri="{FF2B5EF4-FFF2-40B4-BE49-F238E27FC236}">
                <a16:creationId xmlns:a16="http://schemas.microsoft.com/office/drawing/2014/main" id="{D8CB3272-B5AD-4334-9CEC-46BE1A75D9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1331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609600" y="2154462"/>
            <a:ext cx="7772400" cy="533400"/>
          </a:xfrm>
        </p:spPr>
        <p:txBody>
          <a:bodyPr/>
          <a:lstStyle>
            <a:lvl1pPr>
              <a:defRPr>
                <a:solidFill>
                  <a:srgbClr val="555555"/>
                </a:solidFill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sp>
        <p:nvSpPr>
          <p:cNvPr id="611332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09600" y="2719302"/>
            <a:ext cx="7772400" cy="457200"/>
          </a:xfrm>
        </p:spPr>
        <p:txBody>
          <a:bodyPr/>
          <a:lstStyle>
            <a:lvl1pPr marL="0" indent="0">
              <a:buFontTx/>
              <a:buNone/>
              <a:defRPr b="0">
                <a:solidFill>
                  <a:srgbClr val="555555"/>
                </a:solidFill>
              </a:defRPr>
            </a:lvl1pPr>
          </a:lstStyle>
          <a:p>
            <a:pPr lvl="0"/>
            <a:r>
              <a:rPr lang="en-US" noProof="0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0802459"/>
      </p:ext>
    </p:extLst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20663"/>
            <a:ext cx="5791200" cy="609600"/>
          </a:xfrm>
        </p:spPr>
        <p:txBody>
          <a:bodyPr/>
          <a:lstStyle>
            <a:lvl1pPr>
              <a:defRPr>
                <a:solidFill>
                  <a:srgbClr val="54555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545553"/>
                </a:solidFill>
              </a:defRPr>
            </a:lvl1pPr>
            <a:lvl2pPr>
              <a:defRPr>
                <a:solidFill>
                  <a:srgbClr val="545553"/>
                </a:solidFill>
              </a:defRPr>
            </a:lvl2pPr>
            <a:lvl3pPr>
              <a:defRPr>
                <a:solidFill>
                  <a:srgbClr val="545553"/>
                </a:solidFill>
              </a:defRPr>
            </a:lvl3pPr>
            <a:lvl4pPr>
              <a:defRPr>
                <a:solidFill>
                  <a:srgbClr val="545553"/>
                </a:solidFill>
              </a:defRPr>
            </a:lvl4pPr>
            <a:lvl5pPr>
              <a:defRPr>
                <a:solidFill>
                  <a:srgbClr val="54555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91275212"/>
      </p:ext>
    </p:extLst>
  </p:cSld>
  <p:clrMapOvr>
    <a:masterClrMapping/>
  </p:clrMapOvr>
  <p:transition spd="med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0097994"/>
      </p:ext>
    </p:extLst>
  </p:cSld>
  <p:clrMapOvr>
    <a:masterClrMapping/>
  </p:clrMapOvr>
  <p:transition spd="med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4705056"/>
      </p:ext>
    </p:extLst>
  </p:cSld>
  <p:clrMapOvr>
    <a:masterClrMapping/>
  </p:clrMapOvr>
  <p:transition spd="med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8161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161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5792446"/>
      </p:ext>
    </p:extLst>
  </p:cSld>
  <p:clrMapOvr>
    <a:masterClrMapping/>
  </p:clrMapOvr>
  <p:transition spd="med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875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272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875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272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0719901"/>
      </p:ext>
    </p:extLst>
  </p:cSld>
  <p:clrMapOvr>
    <a:masterClrMapping/>
  </p:clrMapOvr>
  <p:transition spd="med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96741263"/>
      </p:ext>
    </p:extLst>
  </p:cSld>
  <p:clrMapOvr>
    <a:masterClrMapping/>
  </p:clrMapOvr>
  <p:transition spd="med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334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334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0955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63914432"/>
      </p:ext>
    </p:extLst>
  </p:cSld>
  <p:clrMapOvr>
    <a:masterClrMapping/>
  </p:clrMapOvr>
  <p:transition spd="med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1689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9810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356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762199"/>
      </p:ext>
    </p:extLst>
  </p:cSld>
  <p:clrMapOvr>
    <a:masterClrMapping/>
  </p:clrMapOvr>
  <p:transition spd="med"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59373494"/>
      </p:ext>
    </p:extLst>
  </p:cSld>
  <p:clrMapOvr>
    <a:masterClrMapping/>
  </p:clrMapOvr>
  <p:transition spd="med"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1231900"/>
            <a:ext cx="1943100" cy="4851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231900"/>
            <a:ext cx="5676900" cy="4851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1915017"/>
      </p:ext>
    </p:extLst>
  </p:cSld>
  <p:clrMapOvr>
    <a:masterClrMapping/>
  </p:clrMapOvr>
  <p:transition spd="med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 descr="ppt_corner_ingersollrand.png">
            <a:extLst>
              <a:ext uri="{FF2B5EF4-FFF2-40B4-BE49-F238E27FC236}">
                <a16:creationId xmlns:a16="http://schemas.microsoft.com/office/drawing/2014/main" id="{165D83F3-B999-4240-BCEB-9F7367A8E8C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225" y="0"/>
            <a:ext cx="2517775" cy="79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0307" name="Rectangle 3">
            <a:extLst>
              <a:ext uri="{FF2B5EF4-FFF2-40B4-BE49-F238E27FC236}">
                <a16:creationId xmlns:a16="http://schemas.microsoft.com/office/drawing/2014/main" id="{01156D2D-E14E-4DC4-9EAB-74318C4D74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52500"/>
            <a:ext cx="5791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10308" name="Rectangle 4">
            <a:extLst>
              <a:ext uri="{FF2B5EF4-FFF2-40B4-BE49-F238E27FC236}">
                <a16:creationId xmlns:a16="http://schemas.microsoft.com/office/drawing/2014/main" id="{B08619A6-AAEE-496C-9E28-E702F5B3F0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7526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9ABBC0-A355-4D4B-8B7C-88947BDD27D3}"/>
              </a:ext>
            </a:extLst>
          </p:cNvPr>
          <p:cNvSpPr txBox="1"/>
          <p:nvPr userDrawn="1"/>
        </p:nvSpPr>
        <p:spPr bwMode="auto">
          <a:xfrm>
            <a:off x="7810500" y="6299200"/>
            <a:ext cx="100330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7F5A0AE3-4E58-44E0-9F2A-202CCB80DA2F}" type="slidenum">
              <a:rPr lang="en-US" altLang="en-US" sz="1600">
                <a:solidFill>
                  <a:srgbClr val="555555"/>
                </a:solidFill>
              </a:rPr>
              <a:pPr algn="r" eaLnBrk="1" hangingPunct="1"/>
              <a:t>‹#›</a:t>
            </a:fld>
            <a:endParaRPr lang="en-US" altLang="en-US" sz="1600">
              <a:solidFill>
                <a:srgbClr val="555555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E4F395-2495-4B40-A428-FC74E5559193}"/>
              </a:ext>
            </a:extLst>
          </p:cNvPr>
          <p:cNvSpPr txBox="1"/>
          <p:nvPr userDrawn="1"/>
        </p:nvSpPr>
        <p:spPr bwMode="auto">
          <a:xfrm>
            <a:off x="381000" y="6438900"/>
            <a:ext cx="63500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pt-BR" sz="1200" dirty="0"/>
              <a:t>Treinamento Comercial de Vendas</a:t>
            </a:r>
            <a:endParaRPr 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74" r:id="rId1"/>
    <p:sldLayoutId id="2147484264" r:id="rId2"/>
    <p:sldLayoutId id="2147484265" r:id="rId3"/>
    <p:sldLayoutId id="2147484266" r:id="rId4"/>
    <p:sldLayoutId id="2147484267" r:id="rId5"/>
    <p:sldLayoutId id="2147484268" r:id="rId6"/>
    <p:sldLayoutId id="2147484269" r:id="rId7"/>
    <p:sldLayoutId id="2147484270" r:id="rId8"/>
    <p:sldLayoutId id="2147484271" r:id="rId9"/>
    <p:sldLayoutId id="2147484272" r:id="rId10"/>
    <p:sldLayoutId id="2147484273" r:id="rId11"/>
  </p:sldLayoutIdLst>
  <p:transition spd="med">
    <p:fade thruBlk="1"/>
  </p:transition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555555"/>
          </a:solidFill>
          <a:latin typeface="+mj-lt"/>
          <a:ea typeface="ＭＳ Ｐゴシック" pitchFamily="34" charset="-128"/>
          <a:cs typeface="ＭＳ Ｐゴシック" charset="0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555555"/>
          </a:solidFill>
          <a:latin typeface="Arial" charset="0"/>
          <a:ea typeface="ＭＳ Ｐゴシック" pitchFamily="34" charset="-128"/>
          <a:cs typeface="ＭＳ Ｐゴシック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555555"/>
          </a:solidFill>
          <a:latin typeface="Arial" charset="0"/>
          <a:ea typeface="ＭＳ Ｐゴシック" pitchFamily="34" charset="-128"/>
          <a:cs typeface="ＭＳ Ｐゴシック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555555"/>
          </a:solidFill>
          <a:latin typeface="Arial" charset="0"/>
          <a:ea typeface="ＭＳ Ｐゴシック" pitchFamily="34" charset="-128"/>
          <a:cs typeface="ＭＳ Ｐゴシック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555555"/>
          </a:solidFill>
          <a:latin typeface="Arial" charset="0"/>
          <a:ea typeface="ＭＳ Ｐゴシック" pitchFamily="34" charset="-128"/>
          <a:cs typeface="ＭＳ Ｐゴシック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ea typeface="ＭＳ Ｐゴシック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D52B1E"/>
        </a:buClr>
        <a:buSzPct val="110000"/>
        <a:buFont typeface="Arial" panose="020B0604020202020204" pitchFamily="34" charset="0"/>
        <a:buChar char="•"/>
        <a:defRPr sz="2400">
          <a:solidFill>
            <a:srgbClr val="555555"/>
          </a:solidFill>
          <a:latin typeface="+mn-lt"/>
          <a:ea typeface="ＭＳ Ｐゴシック" pitchFamily="34" charset="-128"/>
          <a:cs typeface="ＭＳ Ｐゴシック" charset="0"/>
        </a:defRPr>
      </a:lvl1pPr>
      <a:lvl2pPr marL="800100" indent="-342900" algn="l" rtl="0" eaLnBrk="0" fontAlgn="base" hangingPunct="0">
        <a:spcBef>
          <a:spcPct val="20000"/>
        </a:spcBef>
        <a:spcAft>
          <a:spcPct val="0"/>
        </a:spcAft>
        <a:buClr>
          <a:srgbClr val="555555"/>
        </a:buClr>
        <a:buFont typeface="Lucida Grande" charset="0"/>
        <a:buChar char="‑"/>
        <a:defRPr sz="2200">
          <a:solidFill>
            <a:srgbClr val="555555"/>
          </a:solidFill>
          <a:latin typeface="+mn-lt"/>
          <a:ea typeface="ＭＳ Ｐゴシック" pitchFamily="34" charset="-128"/>
        </a:defRPr>
      </a:lvl2pPr>
      <a:lvl3pPr marL="1200150" indent="-342900" algn="l" rtl="0" eaLnBrk="0" fontAlgn="base" hangingPunct="0">
        <a:spcBef>
          <a:spcPct val="20000"/>
        </a:spcBef>
        <a:spcAft>
          <a:spcPct val="0"/>
        </a:spcAft>
        <a:buClr>
          <a:srgbClr val="D52B1E"/>
        </a:buClr>
        <a:buFont typeface="Wingdings" panose="05000000000000000000" pitchFamily="2" charset="2"/>
        <a:buChar char="§"/>
        <a:defRPr sz="2000">
          <a:solidFill>
            <a:srgbClr val="555555"/>
          </a:solidFill>
          <a:latin typeface="+mn-lt"/>
          <a:ea typeface="ＭＳ Ｐゴシック" pitchFamily="34" charset="-128"/>
        </a:defRPr>
      </a:lvl3pPr>
      <a:lvl4pPr marL="1485900" indent="-285750" algn="l" rtl="0" eaLnBrk="0" fontAlgn="base" hangingPunct="0">
        <a:spcBef>
          <a:spcPct val="20000"/>
        </a:spcBef>
        <a:spcAft>
          <a:spcPct val="0"/>
        </a:spcAft>
        <a:buClr>
          <a:srgbClr val="555555"/>
        </a:buClr>
        <a:buFont typeface="Lucida Grande" charset="0"/>
        <a:buChar char="‑"/>
        <a:defRPr>
          <a:solidFill>
            <a:srgbClr val="555555"/>
          </a:solidFill>
          <a:latin typeface="+mn-lt"/>
          <a:ea typeface="ＭＳ Ｐゴシック" pitchFamily="34" charset="-128"/>
        </a:defRPr>
      </a:lvl4pPr>
      <a:lvl5pPr marL="1828800" indent="-285750" algn="l" rtl="0" eaLnBrk="0" fontAlgn="base" hangingPunct="0">
        <a:spcBef>
          <a:spcPct val="20000"/>
        </a:spcBef>
        <a:spcAft>
          <a:spcPct val="0"/>
        </a:spcAft>
        <a:buClr>
          <a:srgbClr val="555555"/>
        </a:buClr>
        <a:buFont typeface="Lucida Grande" charset="0"/>
        <a:buChar char="»"/>
        <a:defRPr>
          <a:solidFill>
            <a:srgbClr val="555555"/>
          </a:solidFill>
          <a:latin typeface="+mn-lt"/>
          <a:ea typeface="ＭＳ Ｐゴシック" pitchFamily="34" charset="-128"/>
        </a:defRPr>
      </a:lvl5pPr>
      <a:lvl6pPr marL="222885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2" name="Picture 10">
            <a:extLst>
              <a:ext uri="{FF2B5EF4-FFF2-40B4-BE49-F238E27FC236}">
                <a16:creationId xmlns:a16="http://schemas.microsoft.com/office/drawing/2014/main" id="{CF6C162C-0C9C-4A39-BDEA-B6056CD4F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3875" y="2281238"/>
            <a:ext cx="6030913" cy="2836862"/>
          </a:xfrm>
          <a:prstGeom prst="rect">
            <a:avLst/>
          </a:prstGeom>
          <a:pattFill prst="dkUpDiag">
            <a:fgClr>
              <a:schemeClr val="bg2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34D9D5-1F99-4A90-9602-CFD3F4357ADD}"/>
              </a:ext>
            </a:extLst>
          </p:cNvPr>
          <p:cNvSpPr>
            <a:spLocks noGrp="1"/>
          </p:cNvSpPr>
          <p:nvPr>
            <p:ph type="ctrTitle" sz="quarter"/>
          </p:nvPr>
        </p:nvSpPr>
        <p:spPr>
          <a:xfrm>
            <a:off x="5534025" y="709613"/>
            <a:ext cx="2265363" cy="533400"/>
          </a:xfrm>
        </p:spPr>
        <p:txBody>
          <a:bodyPr/>
          <a:lstStyle/>
          <a:p>
            <a:pPr>
              <a:defRPr/>
            </a:pPr>
            <a:r>
              <a:rPr lang="pt-BR" dirty="0">
                <a:ea typeface="+mj-ea"/>
              </a:rPr>
              <a:t>Secadores</a:t>
            </a:r>
            <a:endParaRPr lang="en-US" dirty="0">
              <a:ea typeface="+mj-e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4115A7-F4DA-4DE7-B4AD-7077F179E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5689600"/>
            <a:ext cx="3767138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5034"/>
              </a:buClr>
              <a:buSzPct val="110000"/>
              <a:buFontTx/>
              <a:buNone/>
              <a:defRPr sz="2400" b="0">
                <a:solidFill>
                  <a:srgbClr val="545553"/>
                </a:solidFill>
                <a:latin typeface="+mn-lt"/>
                <a:ea typeface="+mn-ea"/>
                <a:cs typeface="ＭＳ Ｐゴシック" charset="0"/>
              </a:defRPr>
            </a:lvl1pPr>
            <a:lvl2pPr marL="914400" indent="-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5034"/>
              </a:buClr>
              <a:buFont typeface="Arial"/>
              <a:buChar char="•"/>
              <a:defRPr sz="2200">
                <a:solidFill>
                  <a:srgbClr val="545553"/>
                </a:solidFill>
                <a:latin typeface="+mn-lt"/>
                <a:ea typeface="+mn-ea"/>
              </a:defRPr>
            </a:lvl2pPr>
            <a:lvl3pPr marL="1314450" indent="-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5034"/>
              </a:buClr>
              <a:buFont typeface="Arial"/>
              <a:buChar char="•"/>
              <a:defRPr sz="2000">
                <a:solidFill>
                  <a:srgbClr val="545553"/>
                </a:solidFill>
                <a:latin typeface="+mn-lt"/>
                <a:ea typeface="+mn-ea"/>
              </a:defRPr>
            </a:lvl3pPr>
            <a:lvl4pPr marL="154305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5034"/>
              </a:buClr>
              <a:buFont typeface="Arial"/>
              <a:buChar char="•"/>
              <a:defRPr>
                <a:solidFill>
                  <a:srgbClr val="545553"/>
                </a:solidFill>
                <a:latin typeface="+mn-lt"/>
                <a:ea typeface="+mn-ea"/>
              </a:defRPr>
            </a:lvl4pPr>
            <a:lvl5pPr marL="188595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C5034"/>
              </a:buClr>
              <a:buFont typeface="Arial"/>
              <a:buChar char="•"/>
              <a:defRPr>
                <a:solidFill>
                  <a:srgbClr val="545553"/>
                </a:solidFill>
                <a:latin typeface="+mn-lt"/>
                <a:ea typeface="+mn-ea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dirty="0">
                <a:solidFill>
                  <a:srgbClr val="555555"/>
                </a:solidFill>
              </a:rPr>
              <a:t>Renan </a:t>
            </a:r>
            <a:r>
              <a:rPr lang="en-US" dirty="0" err="1">
                <a:solidFill>
                  <a:srgbClr val="555555"/>
                </a:solidFill>
              </a:rPr>
              <a:t>Mesquita</a:t>
            </a:r>
            <a:r>
              <a:rPr lang="en-US" dirty="0">
                <a:solidFill>
                  <a:srgbClr val="555555"/>
                </a:solidFill>
              </a:rPr>
              <a:t> Santos</a:t>
            </a:r>
          </a:p>
          <a:p>
            <a:pPr>
              <a:lnSpc>
                <a:spcPct val="80000"/>
              </a:lnSpc>
              <a:defRPr/>
            </a:pPr>
            <a:endParaRPr lang="en-US" dirty="0">
              <a:solidFill>
                <a:srgbClr val="555555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50D24E-BDFC-434D-8FA8-755A6FEB2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920750"/>
            <a:ext cx="5791200" cy="609600"/>
          </a:xfrm>
        </p:spPr>
        <p:txBody>
          <a:bodyPr/>
          <a:lstStyle/>
          <a:p>
            <a:pPr>
              <a:defRPr/>
            </a:pPr>
            <a:r>
              <a:rPr lang="pt-BR" dirty="0">
                <a:ea typeface="+mj-ea"/>
              </a:rPr>
              <a:t>Sumário</a:t>
            </a:r>
            <a:endParaRPr lang="en-US" dirty="0">
              <a:ea typeface="+mj-ea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802690-AF4B-44EE-85A7-EFAE9BFEC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  <a:defRPr/>
            </a:pPr>
            <a:r>
              <a:rPr lang="pt-BR" sz="2000" dirty="0">
                <a:latin typeface="+mj-lt"/>
                <a:ea typeface="+mn-ea"/>
              </a:rPr>
              <a:t>1. PONTO DE ORVALHO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  <a:defRPr/>
            </a:pPr>
            <a:r>
              <a:rPr lang="pt-BR" sz="2000" dirty="0">
                <a:latin typeface="+mj-lt"/>
                <a:ea typeface="+mn-ea"/>
              </a:rPr>
              <a:t>2. AR COMPRIMIDO X CONTAMINANTES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  <a:defRPr/>
            </a:pPr>
            <a:r>
              <a:rPr lang="pt-BR" sz="2000" dirty="0">
                <a:latin typeface="+mj-lt"/>
                <a:ea typeface="+mn-ea"/>
              </a:rPr>
              <a:t>3. SECADOR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  <a:defRPr/>
            </a:pPr>
            <a:r>
              <a:rPr lang="pt-BR" sz="2000" dirty="0">
                <a:latin typeface="+mj-lt"/>
                <a:ea typeface="+mn-ea"/>
              </a:rPr>
              <a:t>	a) Refrigeração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  <a:defRPr/>
            </a:pPr>
            <a:r>
              <a:rPr lang="pt-BR" sz="2000" dirty="0">
                <a:latin typeface="+mj-lt"/>
                <a:ea typeface="+mn-ea"/>
              </a:rPr>
              <a:t>	b) Adsorção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  <a:defRPr/>
            </a:pPr>
            <a:endParaRPr lang="en-US" sz="2000" dirty="0">
              <a:ea typeface="+mn-ea"/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>
            <a:extLst>
              <a:ext uri="{FF2B5EF4-FFF2-40B4-BE49-F238E27FC236}">
                <a16:creationId xmlns:a16="http://schemas.microsoft.com/office/drawing/2014/main" id="{CC0A721A-85B2-401B-95E8-FCDA3FF3C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373063"/>
            <a:ext cx="6027738" cy="609600"/>
          </a:xfrm>
        </p:spPr>
        <p:txBody>
          <a:bodyPr/>
          <a:lstStyle/>
          <a:p>
            <a:pPr>
              <a:defRPr/>
            </a:pPr>
            <a:r>
              <a:rPr lang="pt-BR" sz="2500" dirty="0">
                <a:ea typeface="+mj-ea"/>
              </a:rPr>
              <a:t>1. PONTO DE ORVALHO</a:t>
            </a:r>
            <a:endParaRPr lang="en-US" sz="2500" dirty="0">
              <a:ea typeface="+mj-ea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5B3B7F91-0713-4C0F-80F5-9B8CB4E08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7413" y="1812925"/>
            <a:ext cx="5356225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52B1E"/>
              </a:buClr>
              <a:buSzPct val="110000"/>
              <a:buFont typeface="Arial" pitchFamily="34" charset="0"/>
              <a:buChar char="•"/>
              <a:defRPr sz="2400">
                <a:solidFill>
                  <a:srgbClr val="545553"/>
                </a:solidFill>
                <a:latin typeface="+mn-lt"/>
                <a:ea typeface="ＭＳ Ｐゴシック" pitchFamily="34" charset="-128"/>
                <a:cs typeface="ＭＳ Ｐゴシック" charset="0"/>
              </a:defRPr>
            </a:lvl1pPr>
            <a:lvl2pPr marL="8001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55555"/>
              </a:buClr>
              <a:buFont typeface="Lucida Grande" charset="0"/>
              <a:buChar char="‑"/>
              <a:defRPr sz="2200"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2pPr>
            <a:lvl3pPr marL="120015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52B1E"/>
              </a:buClr>
              <a:buFont typeface="Wingdings" pitchFamily="2" charset="2"/>
              <a:buChar char="§"/>
              <a:defRPr sz="2000"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3pPr>
            <a:lvl4pPr marL="148590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55555"/>
              </a:buClr>
              <a:buFont typeface="Lucida Grande" charset="0"/>
              <a:buChar char="‑"/>
              <a:defRPr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4pPr>
            <a:lvl5pPr marL="182880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55555"/>
              </a:buClr>
              <a:buFont typeface="Lucida Grande" charset="0"/>
              <a:buChar char="»"/>
              <a:defRPr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pt-BR" altLang="en-US" sz="2200" b="0" kern="0" dirty="0">
                <a:latin typeface="Arial (Body)"/>
              </a:rPr>
              <a:t>Temperatura na qual a umidade do ar se condensa (R.H=100%);</a:t>
            </a:r>
          </a:p>
          <a:p>
            <a:pPr marL="0" indent="0">
              <a:buFont typeface="Arial" pitchFamily="34" charset="0"/>
              <a:buNone/>
              <a:defRPr/>
            </a:pPr>
            <a:endParaRPr lang="pt-BR" altLang="en-US" sz="2200" b="0" kern="0" dirty="0">
              <a:latin typeface="Arial (Body)"/>
            </a:endParaRPr>
          </a:p>
          <a:p>
            <a:pPr>
              <a:defRPr/>
            </a:pPr>
            <a:r>
              <a:rPr lang="pt-BR" altLang="en-US" sz="2200" b="0" kern="0" dirty="0">
                <a:latin typeface="Arial (Body)"/>
              </a:rPr>
              <a:t>Nessa temperatura a pressão parcial do vapor de água é igual à  pressão de saturação do vapor de água;</a:t>
            </a:r>
          </a:p>
          <a:p>
            <a:pPr>
              <a:defRPr/>
            </a:pPr>
            <a:endParaRPr lang="pt-BR" altLang="en-US" sz="2200" b="0" kern="0" dirty="0">
              <a:latin typeface="Arial (Body)"/>
            </a:endParaRPr>
          </a:p>
          <a:p>
            <a:pPr>
              <a:defRPr/>
            </a:pPr>
            <a:r>
              <a:rPr lang="pt-BR" altLang="en-US" sz="2200" b="0" kern="0" dirty="0">
                <a:latin typeface="Arial (Body)"/>
              </a:rPr>
              <a:t>O ar possui a máxima quantidade de vapor de água que pode conter;</a:t>
            </a:r>
            <a:r>
              <a:rPr lang="pt-BR" altLang="en-US" b="0" kern="0" dirty="0">
                <a:latin typeface="Arial (Body)"/>
              </a:rPr>
              <a:t> </a:t>
            </a:r>
          </a:p>
        </p:txBody>
      </p:sp>
      <p:grpSp>
        <p:nvGrpSpPr>
          <p:cNvPr id="5124" name="Group 4">
            <a:extLst>
              <a:ext uri="{FF2B5EF4-FFF2-40B4-BE49-F238E27FC236}">
                <a16:creationId xmlns:a16="http://schemas.microsoft.com/office/drawing/2014/main" id="{8BB96DC3-1418-40EF-844F-768B656E6B1D}"/>
              </a:ext>
            </a:extLst>
          </p:cNvPr>
          <p:cNvGrpSpPr>
            <a:grpSpLocks/>
          </p:cNvGrpSpPr>
          <p:nvPr/>
        </p:nvGrpSpPr>
        <p:grpSpPr bwMode="auto">
          <a:xfrm>
            <a:off x="266700" y="1671638"/>
            <a:ext cx="2779713" cy="4424362"/>
            <a:chOff x="168" y="1053"/>
            <a:chExt cx="1751" cy="2787"/>
          </a:xfrm>
        </p:grpSpPr>
        <p:grpSp>
          <p:nvGrpSpPr>
            <p:cNvPr id="5125" name="Group 5">
              <a:extLst>
                <a:ext uri="{FF2B5EF4-FFF2-40B4-BE49-F238E27FC236}">
                  <a16:creationId xmlns:a16="http://schemas.microsoft.com/office/drawing/2014/main" id="{3D2D0B61-D15E-45E8-AB99-0C16E4A91A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2" y="1452"/>
              <a:ext cx="1367" cy="2388"/>
              <a:chOff x="1060" y="1452"/>
              <a:chExt cx="1480" cy="2388"/>
            </a:xfrm>
          </p:grpSpPr>
          <p:pic>
            <p:nvPicPr>
              <p:cNvPr id="5153" name="Picture 6">
                <a:extLst>
                  <a:ext uri="{FF2B5EF4-FFF2-40B4-BE49-F238E27FC236}">
                    <a16:creationId xmlns:a16="http://schemas.microsoft.com/office/drawing/2014/main" id="{F91426F4-1C0D-48D2-A2E0-17FD294616D8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92" y="1452"/>
                <a:ext cx="1411" cy="23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5154" name="Arc 7">
                <a:extLst>
                  <a:ext uri="{FF2B5EF4-FFF2-40B4-BE49-F238E27FC236}">
                    <a16:creationId xmlns:a16="http://schemas.microsoft.com/office/drawing/2014/main" id="{61ED8F0A-87A5-4642-838A-2AF062A535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" y="1872"/>
                <a:ext cx="212" cy="1004"/>
              </a:xfrm>
              <a:custGeom>
                <a:avLst/>
                <a:gdLst>
                  <a:gd name="T0" fmla="*/ 0 w 21600"/>
                  <a:gd name="T1" fmla="*/ 2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55" name="Arc 8">
                <a:extLst>
                  <a:ext uri="{FF2B5EF4-FFF2-40B4-BE49-F238E27FC236}">
                    <a16:creationId xmlns:a16="http://schemas.microsoft.com/office/drawing/2014/main" id="{9CA00ABD-328A-4484-A769-B90A46B709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8" y="2906"/>
                <a:ext cx="164" cy="8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1 h 21600"/>
                  <a:gd name="T4" fmla="*/ 0 w 21600"/>
                  <a:gd name="T5" fmla="*/ 1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19" y="0"/>
                      <a:pt x="21585" y="9654"/>
                      <a:pt x="21599" y="21574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19" y="0"/>
                      <a:pt x="21585" y="9654"/>
                      <a:pt x="21599" y="21574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56" name="Oval 9">
                <a:extLst>
                  <a:ext uri="{FF2B5EF4-FFF2-40B4-BE49-F238E27FC236}">
                    <a16:creationId xmlns:a16="http://schemas.microsoft.com/office/drawing/2014/main" id="{B47DF3CC-2B7E-49D2-8575-C25B000E4B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4" y="2296"/>
                <a:ext cx="136" cy="11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57" name="Oval 10">
                <a:extLst>
                  <a:ext uri="{FF2B5EF4-FFF2-40B4-BE49-F238E27FC236}">
                    <a16:creationId xmlns:a16="http://schemas.microsoft.com/office/drawing/2014/main" id="{628FEB62-C6FB-4F25-81EF-0F57115474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8" y="2716"/>
                <a:ext cx="136" cy="11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58" name="Oval 11">
                <a:extLst>
                  <a:ext uri="{FF2B5EF4-FFF2-40B4-BE49-F238E27FC236}">
                    <a16:creationId xmlns:a16="http://schemas.microsoft.com/office/drawing/2014/main" id="{868724D3-C8C5-4FA4-AEE7-FDD997A6E5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36" y="2065"/>
                <a:ext cx="136" cy="11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59" name="Oval 12">
                <a:extLst>
                  <a:ext uri="{FF2B5EF4-FFF2-40B4-BE49-F238E27FC236}">
                    <a16:creationId xmlns:a16="http://schemas.microsoft.com/office/drawing/2014/main" id="{1CDB2EE3-3AC1-477E-86C5-9645B9EFB1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6" y="3031"/>
                <a:ext cx="136" cy="117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60" name="Oval 13">
                <a:extLst>
                  <a:ext uri="{FF2B5EF4-FFF2-40B4-BE49-F238E27FC236}">
                    <a16:creationId xmlns:a16="http://schemas.microsoft.com/office/drawing/2014/main" id="{862A2657-FCED-4278-8383-5EAF429B0B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" y="3345"/>
                <a:ext cx="136" cy="11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61" name="Oval 14">
                <a:extLst>
                  <a:ext uri="{FF2B5EF4-FFF2-40B4-BE49-F238E27FC236}">
                    <a16:creationId xmlns:a16="http://schemas.microsoft.com/office/drawing/2014/main" id="{6876F60F-AA71-468A-B8E1-73C00B5D53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8" y="2233"/>
                <a:ext cx="136" cy="11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62" name="Oval 15">
                <a:extLst>
                  <a:ext uri="{FF2B5EF4-FFF2-40B4-BE49-F238E27FC236}">
                    <a16:creationId xmlns:a16="http://schemas.microsoft.com/office/drawing/2014/main" id="{139E1EE4-821C-4C62-BB75-BD4551EEE4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0" y="2842"/>
                <a:ext cx="136" cy="11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63" name="Oval 16">
                <a:extLst>
                  <a:ext uri="{FF2B5EF4-FFF2-40B4-BE49-F238E27FC236}">
                    <a16:creationId xmlns:a16="http://schemas.microsoft.com/office/drawing/2014/main" id="{236A1D38-D099-442B-9E25-5F95B1353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6" y="3324"/>
                <a:ext cx="136" cy="11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64" name="Oval 17">
                <a:extLst>
                  <a:ext uri="{FF2B5EF4-FFF2-40B4-BE49-F238E27FC236}">
                    <a16:creationId xmlns:a16="http://schemas.microsoft.com/office/drawing/2014/main" id="{89F30628-A09B-4326-82FC-79048B00D7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6" y="3282"/>
                <a:ext cx="136" cy="11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65" name="Oval 18">
                <a:extLst>
                  <a:ext uri="{FF2B5EF4-FFF2-40B4-BE49-F238E27FC236}">
                    <a16:creationId xmlns:a16="http://schemas.microsoft.com/office/drawing/2014/main" id="{EB2149F7-6492-4351-AC87-BA97E859CA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0" y="2485"/>
                <a:ext cx="136" cy="11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66" name="Oval 19">
                <a:extLst>
                  <a:ext uri="{FF2B5EF4-FFF2-40B4-BE49-F238E27FC236}">
                    <a16:creationId xmlns:a16="http://schemas.microsoft.com/office/drawing/2014/main" id="{EF7B3004-49D5-476C-9CBE-389BD82CC8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4" y="2758"/>
                <a:ext cx="136" cy="11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67" name="Oval 20">
                <a:extLst>
                  <a:ext uri="{FF2B5EF4-FFF2-40B4-BE49-F238E27FC236}">
                    <a16:creationId xmlns:a16="http://schemas.microsoft.com/office/drawing/2014/main" id="{7479416C-3E2C-48AF-99F3-BE208A941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8" y="3513"/>
                <a:ext cx="136" cy="11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68" name="Oval 21">
                <a:extLst>
                  <a:ext uri="{FF2B5EF4-FFF2-40B4-BE49-F238E27FC236}">
                    <a16:creationId xmlns:a16="http://schemas.microsoft.com/office/drawing/2014/main" id="{3A75D0C8-E7AC-45AB-803D-D99DBE8C8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8" y="2506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69" name="Oval 22">
                <a:extLst>
                  <a:ext uri="{FF2B5EF4-FFF2-40B4-BE49-F238E27FC236}">
                    <a16:creationId xmlns:a16="http://schemas.microsoft.com/office/drawing/2014/main" id="{02006201-7C6F-413F-9241-28BE7B3730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6" y="2842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70" name="Oval 23">
                <a:extLst>
                  <a:ext uri="{FF2B5EF4-FFF2-40B4-BE49-F238E27FC236}">
                    <a16:creationId xmlns:a16="http://schemas.microsoft.com/office/drawing/2014/main" id="{58EB878C-A2B7-4D26-A901-ECE36792D7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0" y="3198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71" name="Oval 24">
                <a:extLst>
                  <a:ext uri="{FF2B5EF4-FFF2-40B4-BE49-F238E27FC236}">
                    <a16:creationId xmlns:a16="http://schemas.microsoft.com/office/drawing/2014/main" id="{D935C7EE-135E-4D4D-AF5C-F367E3FAA8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2" y="2863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72" name="Oval 25">
                <a:extLst>
                  <a:ext uri="{FF2B5EF4-FFF2-40B4-BE49-F238E27FC236}">
                    <a16:creationId xmlns:a16="http://schemas.microsoft.com/office/drawing/2014/main" id="{E1C6DE6C-AB94-43E4-AB34-9CCD8B41A8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8" y="2086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73" name="Oval 26">
                <a:extLst>
                  <a:ext uri="{FF2B5EF4-FFF2-40B4-BE49-F238E27FC236}">
                    <a16:creationId xmlns:a16="http://schemas.microsoft.com/office/drawing/2014/main" id="{F18D1259-53F8-46ED-AD8F-160D131DA1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6" y="2002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74" name="Oval 27">
                <a:extLst>
                  <a:ext uri="{FF2B5EF4-FFF2-40B4-BE49-F238E27FC236}">
                    <a16:creationId xmlns:a16="http://schemas.microsoft.com/office/drawing/2014/main" id="{F6E2B0A4-3522-45E3-8EB4-12EA0E70D8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0" y="2107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75" name="Oval 28">
                <a:extLst>
                  <a:ext uri="{FF2B5EF4-FFF2-40B4-BE49-F238E27FC236}">
                    <a16:creationId xmlns:a16="http://schemas.microsoft.com/office/drawing/2014/main" id="{C6D360B8-3EC9-40EA-BF26-E04167E875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36" y="3177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76" name="Oval 29">
                <a:extLst>
                  <a:ext uri="{FF2B5EF4-FFF2-40B4-BE49-F238E27FC236}">
                    <a16:creationId xmlns:a16="http://schemas.microsoft.com/office/drawing/2014/main" id="{44033A81-E202-4281-9AFC-D86E98796C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4" y="2590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77" name="Oval 30">
                <a:extLst>
                  <a:ext uri="{FF2B5EF4-FFF2-40B4-BE49-F238E27FC236}">
                    <a16:creationId xmlns:a16="http://schemas.microsoft.com/office/drawing/2014/main" id="{030A7054-C734-47B4-B386-EE187F5895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0" y="2548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78" name="Oval 31">
                <a:extLst>
                  <a:ext uri="{FF2B5EF4-FFF2-40B4-BE49-F238E27FC236}">
                    <a16:creationId xmlns:a16="http://schemas.microsoft.com/office/drawing/2014/main" id="{F05121DD-12C8-4672-8FF7-48E2379378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76" y="2758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79" name="Oval 32">
                <a:extLst>
                  <a:ext uri="{FF2B5EF4-FFF2-40B4-BE49-F238E27FC236}">
                    <a16:creationId xmlns:a16="http://schemas.microsoft.com/office/drawing/2014/main" id="{E56E2DEB-7310-49DD-AD7F-6FE3313D1C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36" y="3072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80" name="Oval 33">
                <a:extLst>
                  <a:ext uri="{FF2B5EF4-FFF2-40B4-BE49-F238E27FC236}">
                    <a16:creationId xmlns:a16="http://schemas.microsoft.com/office/drawing/2014/main" id="{D2D8EF00-D002-42F9-900F-4DBB43BA8F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8" y="2674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81" name="Oval 34">
                <a:extLst>
                  <a:ext uri="{FF2B5EF4-FFF2-40B4-BE49-F238E27FC236}">
                    <a16:creationId xmlns:a16="http://schemas.microsoft.com/office/drawing/2014/main" id="{EA64CE05-8CF7-49AE-91D0-9877304D38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0" y="2947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82" name="Oval 35">
                <a:extLst>
                  <a:ext uri="{FF2B5EF4-FFF2-40B4-BE49-F238E27FC236}">
                    <a16:creationId xmlns:a16="http://schemas.microsoft.com/office/drawing/2014/main" id="{1FE0E8DE-1C98-4953-BF4B-82D88A8AB4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8" y="2191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83" name="Oval 36">
                <a:extLst>
                  <a:ext uri="{FF2B5EF4-FFF2-40B4-BE49-F238E27FC236}">
                    <a16:creationId xmlns:a16="http://schemas.microsoft.com/office/drawing/2014/main" id="{CFE573EA-CF2E-4212-9B96-4F227C8B7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8" y="2611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84" name="Oval 37">
                <a:extLst>
                  <a:ext uri="{FF2B5EF4-FFF2-40B4-BE49-F238E27FC236}">
                    <a16:creationId xmlns:a16="http://schemas.microsoft.com/office/drawing/2014/main" id="{F8B6D055-C27A-4F71-98AA-673F4DBC7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" y="3198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126" name="Group 38">
              <a:extLst>
                <a:ext uri="{FF2B5EF4-FFF2-40B4-BE49-F238E27FC236}">
                  <a16:creationId xmlns:a16="http://schemas.microsoft.com/office/drawing/2014/main" id="{7A0F37AD-F328-4F1D-9F06-1538551538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" y="1053"/>
              <a:ext cx="624" cy="2689"/>
              <a:chOff x="658" y="1104"/>
              <a:chExt cx="676" cy="2689"/>
            </a:xfrm>
          </p:grpSpPr>
          <p:sp>
            <p:nvSpPr>
              <p:cNvPr id="5127" name="Oval 39">
                <a:extLst>
                  <a:ext uri="{FF2B5EF4-FFF2-40B4-BE49-F238E27FC236}">
                    <a16:creationId xmlns:a16="http://schemas.microsoft.com/office/drawing/2014/main" id="{43AFD644-F94A-493E-8DE7-9131C9992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9" y="1108"/>
                <a:ext cx="274" cy="285"/>
              </a:xfrm>
              <a:prstGeom prst="ellipse">
                <a:avLst/>
              </a:prstGeom>
              <a:solidFill>
                <a:srgbClr val="808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28" name="Oval 40">
                <a:extLst>
                  <a:ext uri="{FF2B5EF4-FFF2-40B4-BE49-F238E27FC236}">
                    <a16:creationId xmlns:a16="http://schemas.microsoft.com/office/drawing/2014/main" id="{C0B9A242-1B03-45E8-8EA9-BC919A3679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1" y="3423"/>
                <a:ext cx="362" cy="368"/>
              </a:xfrm>
              <a:prstGeom prst="ellipse">
                <a:avLst/>
              </a:prstGeom>
              <a:solidFill>
                <a:srgbClr val="808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29" name="Freeform 41">
                <a:extLst>
                  <a:ext uri="{FF2B5EF4-FFF2-40B4-BE49-F238E27FC236}">
                    <a16:creationId xmlns:a16="http://schemas.microsoft.com/office/drawing/2014/main" id="{7CB79FCA-CB90-41AA-9F46-4A3B5D6433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" y="1104"/>
                <a:ext cx="676" cy="2689"/>
              </a:xfrm>
              <a:custGeom>
                <a:avLst/>
                <a:gdLst>
                  <a:gd name="T0" fmla="*/ 329 w 676"/>
                  <a:gd name="T1" fmla="*/ 2394 h 2689"/>
                  <a:gd name="T2" fmla="*/ 675 w 676"/>
                  <a:gd name="T3" fmla="*/ 150 h 2689"/>
                  <a:gd name="T4" fmla="*/ 674 w 676"/>
                  <a:gd name="T5" fmla="*/ 125 h 2689"/>
                  <a:gd name="T6" fmla="*/ 669 w 676"/>
                  <a:gd name="T7" fmla="*/ 102 h 2689"/>
                  <a:gd name="T8" fmla="*/ 660 w 676"/>
                  <a:gd name="T9" fmla="*/ 80 h 2689"/>
                  <a:gd name="T10" fmla="*/ 651 w 676"/>
                  <a:gd name="T11" fmla="*/ 62 h 2689"/>
                  <a:gd name="T12" fmla="*/ 638 w 676"/>
                  <a:gd name="T13" fmla="*/ 46 h 2689"/>
                  <a:gd name="T14" fmla="*/ 624 w 676"/>
                  <a:gd name="T15" fmla="*/ 34 h 2689"/>
                  <a:gd name="T16" fmla="*/ 610 w 676"/>
                  <a:gd name="T17" fmla="*/ 22 h 2689"/>
                  <a:gd name="T18" fmla="*/ 594 w 676"/>
                  <a:gd name="T19" fmla="*/ 13 h 2689"/>
                  <a:gd name="T20" fmla="*/ 577 w 676"/>
                  <a:gd name="T21" fmla="*/ 7 h 2689"/>
                  <a:gd name="T22" fmla="*/ 560 w 676"/>
                  <a:gd name="T23" fmla="*/ 3 h 2689"/>
                  <a:gd name="T24" fmla="*/ 544 w 676"/>
                  <a:gd name="T25" fmla="*/ 0 h 2689"/>
                  <a:gd name="T26" fmla="*/ 526 w 676"/>
                  <a:gd name="T27" fmla="*/ 0 h 2689"/>
                  <a:gd name="T28" fmla="*/ 511 w 676"/>
                  <a:gd name="T29" fmla="*/ 3 h 2689"/>
                  <a:gd name="T30" fmla="*/ 495 w 676"/>
                  <a:gd name="T31" fmla="*/ 7 h 2689"/>
                  <a:gd name="T32" fmla="*/ 478 w 676"/>
                  <a:gd name="T33" fmla="*/ 13 h 2689"/>
                  <a:gd name="T34" fmla="*/ 463 w 676"/>
                  <a:gd name="T35" fmla="*/ 22 h 2689"/>
                  <a:gd name="T36" fmla="*/ 447 w 676"/>
                  <a:gd name="T37" fmla="*/ 35 h 2689"/>
                  <a:gd name="T38" fmla="*/ 432 w 676"/>
                  <a:gd name="T39" fmla="*/ 49 h 2689"/>
                  <a:gd name="T40" fmla="*/ 420 w 676"/>
                  <a:gd name="T41" fmla="*/ 66 h 2689"/>
                  <a:gd name="T42" fmla="*/ 410 w 676"/>
                  <a:gd name="T43" fmla="*/ 84 h 2689"/>
                  <a:gd name="T44" fmla="*/ 406 w 676"/>
                  <a:gd name="T45" fmla="*/ 108 h 2689"/>
                  <a:gd name="T46" fmla="*/ 59 w 676"/>
                  <a:gd name="T47" fmla="*/ 2363 h 2689"/>
                  <a:gd name="T48" fmla="*/ 36 w 676"/>
                  <a:gd name="T49" fmla="*/ 2389 h 2689"/>
                  <a:gd name="T50" fmla="*/ 19 w 676"/>
                  <a:gd name="T51" fmla="*/ 2420 h 2689"/>
                  <a:gd name="T52" fmla="*/ 7 w 676"/>
                  <a:gd name="T53" fmla="*/ 2453 h 2689"/>
                  <a:gd name="T54" fmla="*/ 2 w 676"/>
                  <a:gd name="T55" fmla="*/ 2483 h 2689"/>
                  <a:gd name="T56" fmla="*/ 0 w 676"/>
                  <a:gd name="T57" fmla="*/ 2512 h 2689"/>
                  <a:gd name="T58" fmla="*/ 4 w 676"/>
                  <a:gd name="T59" fmla="*/ 2540 h 2689"/>
                  <a:gd name="T60" fmla="*/ 13 w 676"/>
                  <a:gd name="T61" fmla="*/ 2572 h 2689"/>
                  <a:gd name="T62" fmla="*/ 23 w 676"/>
                  <a:gd name="T63" fmla="*/ 2593 h 2689"/>
                  <a:gd name="T64" fmla="*/ 35 w 676"/>
                  <a:gd name="T65" fmla="*/ 2613 h 2689"/>
                  <a:gd name="T66" fmla="*/ 53 w 676"/>
                  <a:gd name="T67" fmla="*/ 2635 h 2689"/>
                  <a:gd name="T68" fmla="*/ 68 w 676"/>
                  <a:gd name="T69" fmla="*/ 2648 h 2689"/>
                  <a:gd name="T70" fmla="*/ 83 w 676"/>
                  <a:gd name="T71" fmla="*/ 2658 h 2689"/>
                  <a:gd name="T72" fmla="*/ 98 w 676"/>
                  <a:gd name="T73" fmla="*/ 2668 h 2689"/>
                  <a:gd name="T74" fmla="*/ 112 w 676"/>
                  <a:gd name="T75" fmla="*/ 2676 h 2689"/>
                  <a:gd name="T76" fmla="*/ 137 w 676"/>
                  <a:gd name="T77" fmla="*/ 2684 h 2689"/>
                  <a:gd name="T78" fmla="*/ 152 w 676"/>
                  <a:gd name="T79" fmla="*/ 2687 h 2689"/>
                  <a:gd name="T80" fmla="*/ 174 w 676"/>
                  <a:gd name="T81" fmla="*/ 2688 h 2689"/>
                  <a:gd name="T82" fmla="*/ 199 w 676"/>
                  <a:gd name="T83" fmla="*/ 2688 h 2689"/>
                  <a:gd name="T84" fmla="*/ 225 w 676"/>
                  <a:gd name="T85" fmla="*/ 2683 h 2689"/>
                  <a:gd name="T86" fmla="*/ 248 w 676"/>
                  <a:gd name="T87" fmla="*/ 2677 h 2689"/>
                  <a:gd name="T88" fmla="*/ 269 w 676"/>
                  <a:gd name="T89" fmla="*/ 2667 h 2689"/>
                  <a:gd name="T90" fmla="*/ 289 w 676"/>
                  <a:gd name="T91" fmla="*/ 2654 h 2689"/>
                  <a:gd name="T92" fmla="*/ 306 w 676"/>
                  <a:gd name="T93" fmla="*/ 2639 h 2689"/>
                  <a:gd name="T94" fmla="*/ 321 w 676"/>
                  <a:gd name="T95" fmla="*/ 2622 h 2689"/>
                  <a:gd name="T96" fmla="*/ 333 w 676"/>
                  <a:gd name="T97" fmla="*/ 2605 h 2689"/>
                  <a:gd name="T98" fmla="*/ 335 w 676"/>
                  <a:gd name="T99" fmla="*/ 2605 h 2689"/>
                  <a:gd name="T100" fmla="*/ 333 w 676"/>
                  <a:gd name="T101" fmla="*/ 2605 h 2689"/>
                  <a:gd name="T102" fmla="*/ 344 w 676"/>
                  <a:gd name="T103" fmla="*/ 2586 h 2689"/>
                  <a:gd name="T104" fmla="*/ 356 w 676"/>
                  <a:gd name="T105" fmla="*/ 2562 h 2689"/>
                  <a:gd name="T106" fmla="*/ 361 w 676"/>
                  <a:gd name="T107" fmla="*/ 2543 h 2689"/>
                  <a:gd name="T108" fmla="*/ 365 w 676"/>
                  <a:gd name="T109" fmla="*/ 2518 h 2689"/>
                  <a:gd name="T110" fmla="*/ 366 w 676"/>
                  <a:gd name="T111" fmla="*/ 2496 h 2689"/>
                  <a:gd name="T112" fmla="*/ 365 w 676"/>
                  <a:gd name="T113" fmla="*/ 2472 h 2689"/>
                  <a:gd name="T114" fmla="*/ 359 w 676"/>
                  <a:gd name="T115" fmla="*/ 2450 h 2689"/>
                  <a:gd name="T116" fmla="*/ 352 w 676"/>
                  <a:gd name="T117" fmla="*/ 2432 h 2689"/>
                  <a:gd name="T118" fmla="*/ 343 w 676"/>
                  <a:gd name="T119" fmla="*/ 2411 h 2689"/>
                  <a:gd name="T120" fmla="*/ 329 w 676"/>
                  <a:gd name="T121" fmla="*/ 2394 h 2689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676" h="2689">
                    <a:moveTo>
                      <a:pt x="329" y="2394"/>
                    </a:moveTo>
                    <a:lnTo>
                      <a:pt x="675" y="150"/>
                    </a:lnTo>
                    <a:lnTo>
                      <a:pt x="674" y="125"/>
                    </a:lnTo>
                    <a:lnTo>
                      <a:pt x="669" y="102"/>
                    </a:lnTo>
                    <a:lnTo>
                      <a:pt x="660" y="80"/>
                    </a:lnTo>
                    <a:lnTo>
                      <a:pt x="651" y="62"/>
                    </a:lnTo>
                    <a:lnTo>
                      <a:pt x="638" y="46"/>
                    </a:lnTo>
                    <a:lnTo>
                      <a:pt x="624" y="34"/>
                    </a:lnTo>
                    <a:lnTo>
                      <a:pt x="610" y="22"/>
                    </a:lnTo>
                    <a:lnTo>
                      <a:pt x="594" y="13"/>
                    </a:lnTo>
                    <a:lnTo>
                      <a:pt x="577" y="7"/>
                    </a:lnTo>
                    <a:lnTo>
                      <a:pt x="560" y="3"/>
                    </a:lnTo>
                    <a:lnTo>
                      <a:pt x="544" y="0"/>
                    </a:lnTo>
                    <a:lnTo>
                      <a:pt x="526" y="0"/>
                    </a:lnTo>
                    <a:lnTo>
                      <a:pt x="511" y="3"/>
                    </a:lnTo>
                    <a:lnTo>
                      <a:pt x="495" y="7"/>
                    </a:lnTo>
                    <a:lnTo>
                      <a:pt x="478" y="13"/>
                    </a:lnTo>
                    <a:lnTo>
                      <a:pt x="463" y="22"/>
                    </a:lnTo>
                    <a:lnTo>
                      <a:pt x="447" y="35"/>
                    </a:lnTo>
                    <a:lnTo>
                      <a:pt x="432" y="49"/>
                    </a:lnTo>
                    <a:lnTo>
                      <a:pt x="420" y="66"/>
                    </a:lnTo>
                    <a:lnTo>
                      <a:pt x="410" y="84"/>
                    </a:lnTo>
                    <a:lnTo>
                      <a:pt x="406" y="108"/>
                    </a:lnTo>
                    <a:lnTo>
                      <a:pt x="59" y="2363"/>
                    </a:lnTo>
                    <a:lnTo>
                      <a:pt x="36" y="2389"/>
                    </a:lnTo>
                    <a:lnTo>
                      <a:pt x="19" y="2420"/>
                    </a:lnTo>
                    <a:lnTo>
                      <a:pt x="7" y="2453"/>
                    </a:lnTo>
                    <a:lnTo>
                      <a:pt x="2" y="2483"/>
                    </a:lnTo>
                    <a:lnTo>
                      <a:pt x="0" y="2512"/>
                    </a:lnTo>
                    <a:lnTo>
                      <a:pt x="4" y="2540"/>
                    </a:lnTo>
                    <a:lnTo>
                      <a:pt x="13" y="2572"/>
                    </a:lnTo>
                    <a:lnTo>
                      <a:pt x="23" y="2593"/>
                    </a:lnTo>
                    <a:lnTo>
                      <a:pt x="35" y="2613"/>
                    </a:lnTo>
                    <a:lnTo>
                      <a:pt x="53" y="2635"/>
                    </a:lnTo>
                    <a:lnTo>
                      <a:pt x="68" y="2648"/>
                    </a:lnTo>
                    <a:lnTo>
                      <a:pt x="83" y="2658"/>
                    </a:lnTo>
                    <a:lnTo>
                      <a:pt x="98" y="2668"/>
                    </a:lnTo>
                    <a:lnTo>
                      <a:pt x="112" y="2676"/>
                    </a:lnTo>
                    <a:lnTo>
                      <a:pt x="137" y="2684"/>
                    </a:lnTo>
                    <a:lnTo>
                      <a:pt x="152" y="2687"/>
                    </a:lnTo>
                    <a:lnTo>
                      <a:pt x="174" y="2688"/>
                    </a:lnTo>
                    <a:lnTo>
                      <a:pt x="199" y="2688"/>
                    </a:lnTo>
                    <a:lnTo>
                      <a:pt x="225" y="2683"/>
                    </a:lnTo>
                    <a:lnTo>
                      <a:pt x="248" y="2677"/>
                    </a:lnTo>
                    <a:lnTo>
                      <a:pt x="269" y="2667"/>
                    </a:lnTo>
                    <a:lnTo>
                      <a:pt x="289" y="2654"/>
                    </a:lnTo>
                    <a:lnTo>
                      <a:pt x="306" y="2639"/>
                    </a:lnTo>
                    <a:lnTo>
                      <a:pt x="321" y="2622"/>
                    </a:lnTo>
                    <a:lnTo>
                      <a:pt x="333" y="2605"/>
                    </a:lnTo>
                    <a:lnTo>
                      <a:pt x="335" y="2605"/>
                    </a:lnTo>
                    <a:lnTo>
                      <a:pt x="333" y="2605"/>
                    </a:lnTo>
                    <a:lnTo>
                      <a:pt x="344" y="2586"/>
                    </a:lnTo>
                    <a:lnTo>
                      <a:pt x="356" y="2562"/>
                    </a:lnTo>
                    <a:lnTo>
                      <a:pt x="361" y="2543"/>
                    </a:lnTo>
                    <a:lnTo>
                      <a:pt x="365" y="2518"/>
                    </a:lnTo>
                    <a:lnTo>
                      <a:pt x="366" y="2496"/>
                    </a:lnTo>
                    <a:lnTo>
                      <a:pt x="365" y="2472"/>
                    </a:lnTo>
                    <a:lnTo>
                      <a:pt x="359" y="2450"/>
                    </a:lnTo>
                    <a:lnTo>
                      <a:pt x="352" y="2432"/>
                    </a:lnTo>
                    <a:lnTo>
                      <a:pt x="343" y="2411"/>
                    </a:lnTo>
                    <a:lnTo>
                      <a:pt x="329" y="2394"/>
                    </a:lnTo>
                  </a:path>
                </a:pathLst>
              </a:custGeom>
              <a:solidFill>
                <a:srgbClr val="FFFFF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0" name="Freeform 42">
                <a:extLst>
                  <a:ext uri="{FF2B5EF4-FFF2-40B4-BE49-F238E27FC236}">
                    <a16:creationId xmlns:a16="http://schemas.microsoft.com/office/drawing/2014/main" id="{0299EB5E-1E4A-45B7-86D5-75A76E1995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1" y="1972"/>
                <a:ext cx="341" cy="1682"/>
              </a:xfrm>
              <a:custGeom>
                <a:avLst/>
                <a:gdLst>
                  <a:gd name="T0" fmla="*/ 102 w 341"/>
                  <a:gd name="T1" fmla="*/ 1591 h 1682"/>
                  <a:gd name="T2" fmla="*/ 339 w 341"/>
                  <a:gd name="T3" fmla="*/ 54 h 1682"/>
                  <a:gd name="T4" fmla="*/ 340 w 341"/>
                  <a:gd name="T5" fmla="*/ 45 h 1682"/>
                  <a:gd name="T6" fmla="*/ 340 w 341"/>
                  <a:gd name="T7" fmla="*/ 36 h 1682"/>
                  <a:gd name="T8" fmla="*/ 337 w 341"/>
                  <a:gd name="T9" fmla="*/ 28 h 1682"/>
                  <a:gd name="T10" fmla="*/ 334 w 341"/>
                  <a:gd name="T11" fmla="*/ 22 h 1682"/>
                  <a:gd name="T12" fmla="*/ 329 w 341"/>
                  <a:gd name="T13" fmla="*/ 15 h 1682"/>
                  <a:gd name="T14" fmla="*/ 321 w 341"/>
                  <a:gd name="T15" fmla="*/ 9 h 1682"/>
                  <a:gd name="T16" fmla="*/ 314 w 341"/>
                  <a:gd name="T17" fmla="*/ 4 h 1682"/>
                  <a:gd name="T18" fmla="*/ 308 w 341"/>
                  <a:gd name="T19" fmla="*/ 3 h 1682"/>
                  <a:gd name="T20" fmla="*/ 300 w 341"/>
                  <a:gd name="T21" fmla="*/ 0 h 1682"/>
                  <a:gd name="T22" fmla="*/ 292 w 341"/>
                  <a:gd name="T23" fmla="*/ 1 h 1682"/>
                  <a:gd name="T24" fmla="*/ 283 w 341"/>
                  <a:gd name="T25" fmla="*/ 3 h 1682"/>
                  <a:gd name="T26" fmla="*/ 275 w 341"/>
                  <a:gd name="T27" fmla="*/ 8 h 1682"/>
                  <a:gd name="T28" fmla="*/ 269 w 341"/>
                  <a:gd name="T29" fmla="*/ 14 h 1682"/>
                  <a:gd name="T30" fmla="*/ 263 w 341"/>
                  <a:gd name="T31" fmla="*/ 20 h 1682"/>
                  <a:gd name="T32" fmla="*/ 260 w 341"/>
                  <a:gd name="T33" fmla="*/ 27 h 1682"/>
                  <a:gd name="T34" fmla="*/ 259 w 341"/>
                  <a:gd name="T35" fmla="*/ 35 h 1682"/>
                  <a:gd name="T36" fmla="*/ 19 w 341"/>
                  <a:gd name="T37" fmla="*/ 1581 h 1682"/>
                  <a:gd name="T38" fmla="*/ 11 w 341"/>
                  <a:gd name="T39" fmla="*/ 1589 h 1682"/>
                  <a:gd name="T40" fmla="*/ 6 w 341"/>
                  <a:gd name="T41" fmla="*/ 1599 h 1682"/>
                  <a:gd name="T42" fmla="*/ 2 w 341"/>
                  <a:gd name="T43" fmla="*/ 1608 h 1682"/>
                  <a:gd name="T44" fmla="*/ 0 w 341"/>
                  <a:gd name="T45" fmla="*/ 1618 h 1682"/>
                  <a:gd name="T46" fmla="*/ 0 w 341"/>
                  <a:gd name="T47" fmla="*/ 1628 h 1682"/>
                  <a:gd name="T48" fmla="*/ 1 w 341"/>
                  <a:gd name="T49" fmla="*/ 1636 h 1682"/>
                  <a:gd name="T50" fmla="*/ 4 w 341"/>
                  <a:gd name="T51" fmla="*/ 1646 h 1682"/>
                  <a:gd name="T52" fmla="*/ 7 w 341"/>
                  <a:gd name="T53" fmla="*/ 1652 h 1682"/>
                  <a:gd name="T54" fmla="*/ 10 w 341"/>
                  <a:gd name="T55" fmla="*/ 1659 h 1682"/>
                  <a:gd name="T56" fmla="*/ 16 w 341"/>
                  <a:gd name="T57" fmla="*/ 1665 h 1682"/>
                  <a:gd name="T58" fmla="*/ 21 w 341"/>
                  <a:gd name="T59" fmla="*/ 1669 h 1682"/>
                  <a:gd name="T60" fmla="*/ 26 w 341"/>
                  <a:gd name="T61" fmla="*/ 1672 h 1682"/>
                  <a:gd name="T62" fmla="*/ 30 w 341"/>
                  <a:gd name="T63" fmla="*/ 1675 h 1682"/>
                  <a:gd name="T64" fmla="*/ 35 w 341"/>
                  <a:gd name="T65" fmla="*/ 1678 h 1682"/>
                  <a:gd name="T66" fmla="*/ 43 w 341"/>
                  <a:gd name="T67" fmla="*/ 1680 h 1682"/>
                  <a:gd name="T68" fmla="*/ 46 w 341"/>
                  <a:gd name="T69" fmla="*/ 1681 h 1682"/>
                  <a:gd name="T70" fmla="*/ 53 w 341"/>
                  <a:gd name="T71" fmla="*/ 1681 h 1682"/>
                  <a:gd name="T72" fmla="*/ 61 w 341"/>
                  <a:gd name="T73" fmla="*/ 1681 h 1682"/>
                  <a:gd name="T74" fmla="*/ 69 w 341"/>
                  <a:gd name="T75" fmla="*/ 1680 h 1682"/>
                  <a:gd name="T76" fmla="*/ 77 w 341"/>
                  <a:gd name="T77" fmla="*/ 1678 h 1682"/>
                  <a:gd name="T78" fmla="*/ 82 w 341"/>
                  <a:gd name="T79" fmla="*/ 1675 h 1682"/>
                  <a:gd name="T80" fmla="*/ 89 w 341"/>
                  <a:gd name="T81" fmla="*/ 1671 h 1682"/>
                  <a:gd name="T82" fmla="*/ 94 w 341"/>
                  <a:gd name="T83" fmla="*/ 1666 h 1682"/>
                  <a:gd name="T84" fmla="*/ 99 w 341"/>
                  <a:gd name="T85" fmla="*/ 1661 h 1682"/>
                  <a:gd name="T86" fmla="*/ 102 w 341"/>
                  <a:gd name="T87" fmla="*/ 1656 h 1682"/>
                  <a:gd name="T88" fmla="*/ 103 w 341"/>
                  <a:gd name="T89" fmla="*/ 1656 h 1682"/>
                  <a:gd name="T90" fmla="*/ 102 w 341"/>
                  <a:gd name="T91" fmla="*/ 1656 h 1682"/>
                  <a:gd name="T92" fmla="*/ 106 w 341"/>
                  <a:gd name="T93" fmla="*/ 1650 h 1682"/>
                  <a:gd name="T94" fmla="*/ 110 w 341"/>
                  <a:gd name="T95" fmla="*/ 1643 h 1682"/>
                  <a:gd name="T96" fmla="*/ 111 w 341"/>
                  <a:gd name="T97" fmla="*/ 1637 h 1682"/>
                  <a:gd name="T98" fmla="*/ 113 w 341"/>
                  <a:gd name="T99" fmla="*/ 1629 h 1682"/>
                  <a:gd name="T100" fmla="*/ 113 w 341"/>
                  <a:gd name="T101" fmla="*/ 1623 h 1682"/>
                  <a:gd name="T102" fmla="*/ 112 w 341"/>
                  <a:gd name="T103" fmla="*/ 1615 h 1682"/>
                  <a:gd name="T104" fmla="*/ 110 w 341"/>
                  <a:gd name="T105" fmla="*/ 1607 h 1682"/>
                  <a:gd name="T106" fmla="*/ 109 w 341"/>
                  <a:gd name="T107" fmla="*/ 1602 h 1682"/>
                  <a:gd name="T108" fmla="*/ 106 w 341"/>
                  <a:gd name="T109" fmla="*/ 1596 h 1682"/>
                  <a:gd name="T110" fmla="*/ 102 w 341"/>
                  <a:gd name="T111" fmla="*/ 1591 h 1682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341" h="1682">
                    <a:moveTo>
                      <a:pt x="102" y="1591"/>
                    </a:moveTo>
                    <a:lnTo>
                      <a:pt x="339" y="54"/>
                    </a:lnTo>
                    <a:lnTo>
                      <a:pt x="340" y="45"/>
                    </a:lnTo>
                    <a:lnTo>
                      <a:pt x="340" y="36"/>
                    </a:lnTo>
                    <a:lnTo>
                      <a:pt x="337" y="28"/>
                    </a:lnTo>
                    <a:lnTo>
                      <a:pt x="334" y="22"/>
                    </a:lnTo>
                    <a:lnTo>
                      <a:pt x="329" y="15"/>
                    </a:lnTo>
                    <a:lnTo>
                      <a:pt x="321" y="9"/>
                    </a:lnTo>
                    <a:lnTo>
                      <a:pt x="314" y="4"/>
                    </a:lnTo>
                    <a:lnTo>
                      <a:pt x="308" y="3"/>
                    </a:lnTo>
                    <a:lnTo>
                      <a:pt x="300" y="0"/>
                    </a:lnTo>
                    <a:lnTo>
                      <a:pt x="292" y="1"/>
                    </a:lnTo>
                    <a:lnTo>
                      <a:pt x="283" y="3"/>
                    </a:lnTo>
                    <a:lnTo>
                      <a:pt x="275" y="8"/>
                    </a:lnTo>
                    <a:lnTo>
                      <a:pt x="269" y="14"/>
                    </a:lnTo>
                    <a:lnTo>
                      <a:pt x="263" y="20"/>
                    </a:lnTo>
                    <a:lnTo>
                      <a:pt x="260" y="27"/>
                    </a:lnTo>
                    <a:lnTo>
                      <a:pt x="259" y="35"/>
                    </a:lnTo>
                    <a:lnTo>
                      <a:pt x="19" y="1581"/>
                    </a:lnTo>
                    <a:lnTo>
                      <a:pt x="11" y="1589"/>
                    </a:lnTo>
                    <a:lnTo>
                      <a:pt x="6" y="1599"/>
                    </a:lnTo>
                    <a:lnTo>
                      <a:pt x="2" y="1608"/>
                    </a:lnTo>
                    <a:lnTo>
                      <a:pt x="0" y="1618"/>
                    </a:lnTo>
                    <a:lnTo>
                      <a:pt x="0" y="1628"/>
                    </a:lnTo>
                    <a:lnTo>
                      <a:pt x="1" y="1636"/>
                    </a:lnTo>
                    <a:lnTo>
                      <a:pt x="4" y="1646"/>
                    </a:lnTo>
                    <a:lnTo>
                      <a:pt x="7" y="1652"/>
                    </a:lnTo>
                    <a:lnTo>
                      <a:pt x="10" y="1659"/>
                    </a:lnTo>
                    <a:lnTo>
                      <a:pt x="16" y="1665"/>
                    </a:lnTo>
                    <a:lnTo>
                      <a:pt x="21" y="1669"/>
                    </a:lnTo>
                    <a:lnTo>
                      <a:pt x="26" y="1672"/>
                    </a:lnTo>
                    <a:lnTo>
                      <a:pt x="30" y="1675"/>
                    </a:lnTo>
                    <a:lnTo>
                      <a:pt x="35" y="1678"/>
                    </a:lnTo>
                    <a:lnTo>
                      <a:pt x="43" y="1680"/>
                    </a:lnTo>
                    <a:lnTo>
                      <a:pt x="46" y="1681"/>
                    </a:lnTo>
                    <a:lnTo>
                      <a:pt x="53" y="1681"/>
                    </a:lnTo>
                    <a:lnTo>
                      <a:pt x="61" y="1681"/>
                    </a:lnTo>
                    <a:lnTo>
                      <a:pt x="69" y="1680"/>
                    </a:lnTo>
                    <a:lnTo>
                      <a:pt x="77" y="1678"/>
                    </a:lnTo>
                    <a:lnTo>
                      <a:pt x="82" y="1675"/>
                    </a:lnTo>
                    <a:lnTo>
                      <a:pt x="89" y="1671"/>
                    </a:lnTo>
                    <a:lnTo>
                      <a:pt x="94" y="1666"/>
                    </a:lnTo>
                    <a:lnTo>
                      <a:pt x="99" y="1661"/>
                    </a:lnTo>
                    <a:lnTo>
                      <a:pt x="102" y="1656"/>
                    </a:lnTo>
                    <a:lnTo>
                      <a:pt x="103" y="1656"/>
                    </a:lnTo>
                    <a:lnTo>
                      <a:pt x="102" y="1656"/>
                    </a:lnTo>
                    <a:lnTo>
                      <a:pt x="106" y="1650"/>
                    </a:lnTo>
                    <a:lnTo>
                      <a:pt x="110" y="1643"/>
                    </a:lnTo>
                    <a:lnTo>
                      <a:pt x="111" y="1637"/>
                    </a:lnTo>
                    <a:lnTo>
                      <a:pt x="113" y="1629"/>
                    </a:lnTo>
                    <a:lnTo>
                      <a:pt x="113" y="1623"/>
                    </a:lnTo>
                    <a:lnTo>
                      <a:pt x="112" y="1615"/>
                    </a:lnTo>
                    <a:lnTo>
                      <a:pt x="110" y="1607"/>
                    </a:lnTo>
                    <a:lnTo>
                      <a:pt x="109" y="1602"/>
                    </a:lnTo>
                    <a:lnTo>
                      <a:pt x="106" y="1596"/>
                    </a:lnTo>
                    <a:lnTo>
                      <a:pt x="102" y="1591"/>
                    </a:lnTo>
                  </a:path>
                </a:pathLst>
              </a:custGeom>
              <a:solidFill>
                <a:srgbClr val="FF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131" name="Group 43">
                <a:extLst>
                  <a:ext uri="{FF2B5EF4-FFF2-40B4-BE49-F238E27FC236}">
                    <a16:creationId xmlns:a16="http://schemas.microsoft.com/office/drawing/2014/main" id="{CDE58151-7DD8-4B37-88B8-9013A21CAD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6" y="1590"/>
                <a:ext cx="441" cy="1704"/>
                <a:chOff x="796" y="1590"/>
                <a:chExt cx="441" cy="1704"/>
              </a:xfrm>
            </p:grpSpPr>
            <p:sp>
              <p:nvSpPr>
                <p:cNvPr id="5132" name="Line 44">
                  <a:extLst>
                    <a:ext uri="{FF2B5EF4-FFF2-40B4-BE49-F238E27FC236}">
                      <a16:creationId xmlns:a16="http://schemas.microsoft.com/office/drawing/2014/main" id="{2D0DD95B-A36A-40F1-8D00-398C0D7A0C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07" y="3255"/>
                  <a:ext cx="166" cy="3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33" name="Line 45">
                  <a:extLst>
                    <a:ext uri="{FF2B5EF4-FFF2-40B4-BE49-F238E27FC236}">
                      <a16:creationId xmlns:a16="http://schemas.microsoft.com/office/drawing/2014/main" id="{7C2A0EF5-699A-4882-BDFC-7F1D216173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96" y="3160"/>
                  <a:ext cx="204" cy="4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34" name="Line 46">
                  <a:extLst>
                    <a:ext uri="{FF2B5EF4-FFF2-40B4-BE49-F238E27FC236}">
                      <a16:creationId xmlns:a16="http://schemas.microsoft.com/office/drawing/2014/main" id="{7C50A15C-C851-4196-9167-65F9F2F40D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48" y="3097"/>
                  <a:ext cx="164" cy="3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35" name="Line 47">
                  <a:extLst>
                    <a:ext uri="{FF2B5EF4-FFF2-40B4-BE49-F238E27FC236}">
                      <a16:creationId xmlns:a16="http://schemas.microsoft.com/office/drawing/2014/main" id="{80B57D9B-CFEB-4857-82A5-AFDC4C7D6D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22" y="3002"/>
                  <a:ext cx="206" cy="4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36" name="Line 48">
                  <a:extLst>
                    <a:ext uri="{FF2B5EF4-FFF2-40B4-BE49-F238E27FC236}">
                      <a16:creationId xmlns:a16="http://schemas.microsoft.com/office/drawing/2014/main" id="{45DB7778-B935-4D52-BA89-D6E7D7382E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59" y="2923"/>
                  <a:ext cx="166" cy="3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37" name="Line 49">
                  <a:extLst>
                    <a:ext uri="{FF2B5EF4-FFF2-40B4-BE49-F238E27FC236}">
                      <a16:creationId xmlns:a16="http://schemas.microsoft.com/office/drawing/2014/main" id="{22317DC1-D061-46BA-830C-1C65E99070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45" y="2828"/>
                  <a:ext cx="208" cy="4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38" name="Line 50">
                  <a:extLst>
                    <a:ext uri="{FF2B5EF4-FFF2-40B4-BE49-F238E27FC236}">
                      <a16:creationId xmlns:a16="http://schemas.microsoft.com/office/drawing/2014/main" id="{0CE7B883-3E97-4D86-B3A2-0AC86B46B6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900" y="2764"/>
                  <a:ext cx="163" cy="3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39" name="Line 51">
                  <a:extLst>
                    <a:ext uri="{FF2B5EF4-FFF2-40B4-BE49-F238E27FC236}">
                      <a16:creationId xmlns:a16="http://schemas.microsoft.com/office/drawing/2014/main" id="{FF7027D2-0E72-4FB4-8A77-D68BA71103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68" y="2664"/>
                  <a:ext cx="207" cy="46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0" name="Line 52">
                  <a:extLst>
                    <a:ext uri="{FF2B5EF4-FFF2-40B4-BE49-F238E27FC236}">
                      <a16:creationId xmlns:a16="http://schemas.microsoft.com/office/drawing/2014/main" id="{E90765F1-B279-4BAE-B2B1-1ECD829209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909" y="2591"/>
                  <a:ext cx="166" cy="3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1" name="Line 53">
                  <a:extLst>
                    <a:ext uri="{FF2B5EF4-FFF2-40B4-BE49-F238E27FC236}">
                      <a16:creationId xmlns:a16="http://schemas.microsoft.com/office/drawing/2014/main" id="{DE150F1D-21AF-4265-BBBA-097EC8FB7C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98" y="2495"/>
                  <a:ext cx="204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2" name="Line 54">
                  <a:extLst>
                    <a:ext uri="{FF2B5EF4-FFF2-40B4-BE49-F238E27FC236}">
                      <a16:creationId xmlns:a16="http://schemas.microsoft.com/office/drawing/2014/main" id="{1DE834CB-9429-4AFE-9ABA-826A2123A0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946" y="2431"/>
                  <a:ext cx="165" cy="3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3" name="Line 55">
                  <a:extLst>
                    <a:ext uri="{FF2B5EF4-FFF2-40B4-BE49-F238E27FC236}">
                      <a16:creationId xmlns:a16="http://schemas.microsoft.com/office/drawing/2014/main" id="{050468C4-EC14-46AC-B0C6-7F269DB3B2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925" y="2336"/>
                  <a:ext cx="206" cy="4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4" name="Line 56">
                  <a:extLst>
                    <a:ext uri="{FF2B5EF4-FFF2-40B4-BE49-F238E27FC236}">
                      <a16:creationId xmlns:a16="http://schemas.microsoft.com/office/drawing/2014/main" id="{4CA6B823-F230-4270-93AD-811BE14AFD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954" y="2257"/>
                  <a:ext cx="167" cy="3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5" name="Line 57">
                  <a:extLst>
                    <a:ext uri="{FF2B5EF4-FFF2-40B4-BE49-F238E27FC236}">
                      <a16:creationId xmlns:a16="http://schemas.microsoft.com/office/drawing/2014/main" id="{A4C44FC8-1F89-4197-A178-8E2061FCE4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946" y="2168"/>
                  <a:ext cx="207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6" name="Line 58">
                  <a:extLst>
                    <a:ext uri="{FF2B5EF4-FFF2-40B4-BE49-F238E27FC236}">
                      <a16:creationId xmlns:a16="http://schemas.microsoft.com/office/drawing/2014/main" id="{487E7010-813A-4A56-BD90-83B8451DFC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997" y="2099"/>
                  <a:ext cx="163" cy="3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7" name="Line 59">
                  <a:extLst>
                    <a:ext uri="{FF2B5EF4-FFF2-40B4-BE49-F238E27FC236}">
                      <a16:creationId xmlns:a16="http://schemas.microsoft.com/office/drawing/2014/main" id="{9F3B5173-EF44-42CF-A1C7-768721E4E8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979" y="2004"/>
                  <a:ext cx="206" cy="4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8" name="Line 60">
                  <a:extLst>
                    <a:ext uri="{FF2B5EF4-FFF2-40B4-BE49-F238E27FC236}">
                      <a16:creationId xmlns:a16="http://schemas.microsoft.com/office/drawing/2014/main" id="{9700367C-E248-4388-81CC-154124E705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007" y="1925"/>
                  <a:ext cx="164" cy="3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9" name="Line 61">
                  <a:extLst>
                    <a:ext uri="{FF2B5EF4-FFF2-40B4-BE49-F238E27FC236}">
                      <a16:creationId xmlns:a16="http://schemas.microsoft.com/office/drawing/2014/main" id="{639A0136-7508-471D-A86C-32551413A3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003" y="1830"/>
                  <a:ext cx="205" cy="4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50" name="Line 62">
                  <a:extLst>
                    <a:ext uri="{FF2B5EF4-FFF2-40B4-BE49-F238E27FC236}">
                      <a16:creationId xmlns:a16="http://schemas.microsoft.com/office/drawing/2014/main" id="{A2CAACB5-563D-4E38-B9CA-CB2C964296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038" y="1762"/>
                  <a:ext cx="163" cy="3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51" name="Line 63">
                  <a:extLst>
                    <a:ext uri="{FF2B5EF4-FFF2-40B4-BE49-F238E27FC236}">
                      <a16:creationId xmlns:a16="http://schemas.microsoft.com/office/drawing/2014/main" id="{DB1B11BB-DADA-42FB-B352-52757981B5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031" y="1672"/>
                  <a:ext cx="206" cy="4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52" name="Line 64">
                  <a:extLst>
                    <a:ext uri="{FF2B5EF4-FFF2-40B4-BE49-F238E27FC236}">
                      <a16:creationId xmlns:a16="http://schemas.microsoft.com/office/drawing/2014/main" id="{189CAB4E-F54F-4907-B8C4-2750F1B106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057" y="1590"/>
                  <a:ext cx="164" cy="3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81AB48-CC37-41A6-B945-057F7A627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363" y="1444625"/>
            <a:ext cx="2989262" cy="1433513"/>
          </a:xfrm>
        </p:spPr>
        <p:txBody>
          <a:bodyPr/>
          <a:lstStyle/>
          <a:p>
            <a:pPr>
              <a:defRPr/>
            </a:pPr>
            <a:r>
              <a:rPr lang="pt-BR" sz="2000" dirty="0">
                <a:ea typeface="+mn-ea"/>
              </a:rPr>
              <a:t>AR</a:t>
            </a:r>
          </a:p>
          <a:p>
            <a:pPr>
              <a:defRPr/>
            </a:pPr>
            <a:r>
              <a:rPr lang="pt-BR" sz="2000" dirty="0">
                <a:ea typeface="+mn-ea"/>
              </a:rPr>
              <a:t>VAPOR DE ÁGUA</a:t>
            </a:r>
          </a:p>
          <a:p>
            <a:pPr>
              <a:defRPr/>
            </a:pPr>
            <a:r>
              <a:rPr lang="pt-BR" sz="2000" dirty="0">
                <a:ea typeface="+mn-ea"/>
              </a:rPr>
              <a:t>POEIRA</a:t>
            </a:r>
          </a:p>
          <a:p>
            <a:pPr>
              <a:defRPr/>
            </a:pPr>
            <a:endParaRPr lang="en-US" sz="2000" dirty="0">
              <a:ea typeface="+mn-ea"/>
            </a:endParaRPr>
          </a:p>
        </p:txBody>
      </p:sp>
      <p:pic>
        <p:nvPicPr>
          <p:cNvPr id="7172" name="Picture 5">
            <a:extLst>
              <a:ext uri="{FF2B5EF4-FFF2-40B4-BE49-F238E27FC236}">
                <a16:creationId xmlns:a16="http://schemas.microsoft.com/office/drawing/2014/main" id="{752E3DF8-61A8-4DE9-9B78-A1502F8F8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650" y="2906713"/>
            <a:ext cx="1943100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6">
            <a:extLst>
              <a:ext uri="{FF2B5EF4-FFF2-40B4-BE49-F238E27FC236}">
                <a16:creationId xmlns:a16="http://schemas.microsoft.com/office/drawing/2014/main" id="{700FA26A-7B9B-4FE7-BBA6-7186BD99E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3" y="1563688"/>
            <a:ext cx="3829050" cy="268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DE4B7148-D789-49D0-A5C3-AD8CA6373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2188" y="4425950"/>
            <a:ext cx="14065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000" b="1">
                <a:solidFill>
                  <a:schemeClr val="accent2"/>
                </a:solidFill>
                <a:latin typeface="Arial" charset="0"/>
              </a:defRPr>
            </a:lvl1pPr>
            <a:lvl2pPr marL="742950" indent="-285750" eaLnBrk="0" hangingPunct="0">
              <a:defRPr sz="1000" b="1">
                <a:solidFill>
                  <a:schemeClr val="accent2"/>
                </a:solidFill>
                <a:latin typeface="Arial" charset="0"/>
              </a:defRPr>
            </a:lvl2pPr>
            <a:lvl3pPr marL="1143000" indent="-228600" eaLnBrk="0" hangingPunct="0">
              <a:defRPr sz="1000" b="1">
                <a:solidFill>
                  <a:schemeClr val="accent2"/>
                </a:solidFill>
                <a:latin typeface="Arial" charset="0"/>
              </a:defRPr>
            </a:lvl3pPr>
            <a:lvl4pPr marL="1600200" indent="-228600" eaLnBrk="0" hangingPunct="0">
              <a:defRPr sz="1000" b="1">
                <a:solidFill>
                  <a:schemeClr val="accent2"/>
                </a:solidFill>
                <a:latin typeface="Arial" charset="0"/>
              </a:defRPr>
            </a:lvl4pPr>
            <a:lvl5pPr marL="2057400" indent="-228600" eaLnBrk="0" hangingPunct="0">
              <a:defRPr sz="1000" b="1">
                <a:solidFill>
                  <a:schemeClr val="accent2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000" b="1">
                <a:solidFill>
                  <a:schemeClr val="accent2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000" b="1">
                <a:solidFill>
                  <a:schemeClr val="accent2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000" b="1">
                <a:solidFill>
                  <a:schemeClr val="accent2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000" b="1">
                <a:solidFill>
                  <a:schemeClr val="accent2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dirty="0" err="1">
                <a:solidFill>
                  <a:schemeClr val="tx1">
                    <a:lumMod val="75000"/>
                  </a:schemeClr>
                </a:solidFill>
                <a:ea typeface="MS PGothic" pitchFamily="34" charset="-128"/>
              </a:rPr>
              <a:t>Ar</a:t>
            </a:r>
            <a:r>
              <a:rPr lang="en-US" altLang="en-US" dirty="0">
                <a:solidFill>
                  <a:schemeClr val="tx1">
                    <a:lumMod val="75000"/>
                  </a:schemeClr>
                </a:solidFill>
                <a:ea typeface="MS PGothic" pitchFamily="34" charset="-128"/>
              </a:rPr>
              <a:t> </a:t>
            </a:r>
            <a:r>
              <a:rPr lang="en-US" altLang="en-US" dirty="0" err="1">
                <a:solidFill>
                  <a:schemeClr val="tx1">
                    <a:lumMod val="75000"/>
                  </a:schemeClr>
                </a:solidFill>
                <a:ea typeface="MS PGothic" pitchFamily="34" charset="-128"/>
              </a:rPr>
              <a:t>Atmosférico</a:t>
            </a:r>
            <a:endParaRPr lang="en-US" altLang="en-US" dirty="0">
              <a:solidFill>
                <a:schemeClr val="tx1">
                  <a:lumMod val="75000"/>
                </a:schemeClr>
              </a:solidFill>
              <a:ea typeface="MS PGothic" pitchFamily="34" charset="-128"/>
            </a:endParaRP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342D8E02-A8EF-4FCD-A866-FBC8DE82F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2925" y="4348163"/>
            <a:ext cx="184308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000" b="1">
                <a:solidFill>
                  <a:schemeClr val="accent2"/>
                </a:solidFill>
                <a:latin typeface="Arial" charset="0"/>
              </a:defRPr>
            </a:lvl1pPr>
            <a:lvl2pPr marL="742950" indent="-285750" eaLnBrk="0" hangingPunct="0">
              <a:defRPr sz="1000" b="1">
                <a:solidFill>
                  <a:schemeClr val="accent2"/>
                </a:solidFill>
                <a:latin typeface="Arial" charset="0"/>
              </a:defRPr>
            </a:lvl2pPr>
            <a:lvl3pPr marL="1143000" indent="-228600" eaLnBrk="0" hangingPunct="0">
              <a:defRPr sz="1000" b="1">
                <a:solidFill>
                  <a:schemeClr val="accent2"/>
                </a:solidFill>
                <a:latin typeface="Arial" charset="0"/>
              </a:defRPr>
            </a:lvl3pPr>
            <a:lvl4pPr marL="1600200" indent="-228600" eaLnBrk="0" hangingPunct="0">
              <a:defRPr sz="1000" b="1">
                <a:solidFill>
                  <a:schemeClr val="accent2"/>
                </a:solidFill>
                <a:latin typeface="Arial" charset="0"/>
              </a:defRPr>
            </a:lvl4pPr>
            <a:lvl5pPr marL="2057400" indent="-228600" eaLnBrk="0" hangingPunct="0">
              <a:defRPr sz="1000" b="1">
                <a:solidFill>
                  <a:schemeClr val="accent2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000" b="1">
                <a:solidFill>
                  <a:schemeClr val="accent2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000" b="1">
                <a:solidFill>
                  <a:schemeClr val="accent2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000" b="1">
                <a:solidFill>
                  <a:schemeClr val="accent2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000" b="1">
                <a:solidFill>
                  <a:schemeClr val="accent2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dirty="0" err="1">
                <a:solidFill>
                  <a:schemeClr val="tx1">
                    <a:lumMod val="75000"/>
                  </a:schemeClr>
                </a:solidFill>
                <a:ea typeface="MS PGothic" pitchFamily="34" charset="-128"/>
              </a:rPr>
              <a:t>Ar</a:t>
            </a:r>
            <a:r>
              <a:rPr lang="en-US" altLang="en-US" dirty="0">
                <a:solidFill>
                  <a:schemeClr val="tx1">
                    <a:lumMod val="75000"/>
                  </a:schemeClr>
                </a:solidFill>
                <a:ea typeface="MS PGothic" pitchFamily="34" charset="-128"/>
              </a:rPr>
              <a:t> </a:t>
            </a:r>
            <a:r>
              <a:rPr lang="en-US" altLang="en-US" dirty="0" err="1">
                <a:solidFill>
                  <a:schemeClr val="tx1">
                    <a:lumMod val="75000"/>
                  </a:schemeClr>
                </a:solidFill>
                <a:ea typeface="MS PGothic" pitchFamily="34" charset="-128"/>
              </a:rPr>
              <a:t>comprimido</a:t>
            </a:r>
            <a:r>
              <a:rPr lang="en-US" altLang="en-US" dirty="0">
                <a:solidFill>
                  <a:schemeClr val="tx1">
                    <a:lumMod val="75000"/>
                  </a:schemeClr>
                </a:solidFill>
                <a:ea typeface="MS PGothic" pitchFamily="34" charset="-128"/>
              </a:rPr>
              <a:t>  7 bar(g)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1695C5F-4C2D-401D-A8EA-A3997198BFEF}"/>
              </a:ext>
            </a:extLst>
          </p:cNvPr>
          <p:cNvSpPr/>
          <p:nvPr/>
        </p:nvSpPr>
        <p:spPr bwMode="auto">
          <a:xfrm>
            <a:off x="1460500" y="4803775"/>
            <a:ext cx="6196013" cy="1328738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marL="1588" indent="-1588" algn="just">
              <a:defRPr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  <a:ea typeface="MS PGothic" pitchFamily="34" charset="-128"/>
              </a:rPr>
              <a:t>O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ea typeface="MS PGothic" pitchFamily="34" charset="-128"/>
              </a:rPr>
              <a:t>ato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ea typeface="MS PGothic" pitchFamily="34" charset="-128"/>
              </a:rPr>
              <a:t> de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ea typeface="MS PGothic" pitchFamily="34" charset="-128"/>
              </a:rPr>
              <a:t>comprimir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ea typeface="MS PGothic" pitchFamily="34" charset="-128"/>
              </a:rPr>
              <a:t> o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ea typeface="MS PGothic" pitchFamily="34" charset="-128"/>
              </a:rPr>
              <a:t>ar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ea typeface="MS PGothic" pitchFamily="34" charset="-128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ea typeface="MS PGothic" pitchFamily="34" charset="-128"/>
              </a:rPr>
              <a:t>atmosférico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ea typeface="MS PGothic" pitchFamily="34" charset="-128"/>
              </a:rPr>
              <a:t> para 7 bar(g)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ea typeface="MS PGothic" pitchFamily="34" charset="-128"/>
              </a:rPr>
              <a:t>gera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ea typeface="MS PGothic" pitchFamily="34" charset="-128"/>
              </a:rPr>
              <a:t> um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ea typeface="MS PGothic" pitchFamily="34" charset="-128"/>
              </a:rPr>
              <a:t>aumento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ea typeface="MS PGothic" pitchFamily="34" charset="-128"/>
              </a:rPr>
              <a:t> de 800%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ea typeface="MS PGothic" pitchFamily="34" charset="-128"/>
              </a:rPr>
              <a:t>na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ea typeface="MS PGothic" pitchFamily="34" charset="-128"/>
              </a:rPr>
              <a:t>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ea typeface="MS PGothic" pitchFamily="34" charset="-128"/>
              </a:rPr>
              <a:t>concentração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ea typeface="MS PGothic" pitchFamily="34" charset="-128"/>
              </a:rPr>
              <a:t> de </a:t>
            </a:r>
            <a:r>
              <a:rPr lang="en-US" dirty="0" err="1">
                <a:solidFill>
                  <a:schemeClr val="tx1">
                    <a:lumMod val="75000"/>
                  </a:schemeClr>
                </a:solidFill>
                <a:ea typeface="MS PGothic" pitchFamily="34" charset="-128"/>
              </a:rPr>
              <a:t>contaminantes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  <a:ea typeface="MS PGothic" pitchFamily="34" charset="-128"/>
              </a:rPr>
              <a:t>.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D289FE9-1FA3-4E9D-8AB2-B544AC54C77B}"/>
              </a:ext>
            </a:extLst>
          </p:cNvPr>
          <p:cNvSpPr txBox="1">
            <a:spLocks/>
          </p:cNvSpPr>
          <p:nvPr/>
        </p:nvSpPr>
        <p:spPr bwMode="auto">
          <a:xfrm>
            <a:off x="515938" y="469900"/>
            <a:ext cx="6535737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anchor="b"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45553"/>
                </a:solidFill>
                <a:latin typeface="+mj-lt"/>
                <a:ea typeface="MS PGothic" pitchFamily="34" charset="-128"/>
                <a:cs typeface="ＭＳ Ｐゴシック" charset="0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-BR" sz="2500" kern="0" dirty="0">
                <a:ea typeface="+mj-ea"/>
              </a:rPr>
              <a:t>2. AR COMPRIMIDO X CONTAMINANTES</a:t>
            </a:r>
            <a:endParaRPr lang="en-US" sz="2500" kern="0" dirty="0">
              <a:ea typeface="+mj-ea"/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 animBg="1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Line 5">
            <a:extLst>
              <a:ext uri="{FF2B5EF4-FFF2-40B4-BE49-F238E27FC236}">
                <a16:creationId xmlns:a16="http://schemas.microsoft.com/office/drawing/2014/main" id="{3DFF4E21-2B97-4CA5-9C01-9398401B55F4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7388" y="4108450"/>
            <a:ext cx="0" cy="4953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1" name="Line 6">
            <a:extLst>
              <a:ext uri="{FF2B5EF4-FFF2-40B4-BE49-F238E27FC236}">
                <a16:creationId xmlns:a16="http://schemas.microsoft.com/office/drawing/2014/main" id="{7B54CC30-15D9-4997-9EC6-4F02821FDD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07388" y="2025650"/>
            <a:ext cx="0" cy="4953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D4637623-FA9B-4B9D-9FE0-BDC1DD85B5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613" y="1785938"/>
            <a:ext cx="7470775" cy="3386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D52B1E"/>
              </a:buClr>
              <a:buSzPct val="110000"/>
              <a:buFont typeface="Arial" panose="020B0604020202020204" pitchFamily="34" charset="0"/>
              <a:buChar char="•"/>
              <a:defRPr sz="2400">
                <a:solidFill>
                  <a:srgbClr val="555555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555555"/>
              </a:buClr>
              <a:buFont typeface="Lucida Grande" charset="0"/>
              <a:buChar char="‑"/>
              <a:defRPr sz="2200">
                <a:solidFill>
                  <a:srgbClr val="555555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52B1E"/>
              </a:buClr>
              <a:buFont typeface="Wingdings" panose="05000000000000000000" pitchFamily="2" charset="2"/>
              <a:buChar char="§"/>
              <a:defRPr sz="2000">
                <a:solidFill>
                  <a:srgbClr val="555555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555555"/>
              </a:buClr>
              <a:buFont typeface="Lucida Grande" charset="0"/>
              <a:buChar char="‑"/>
              <a:defRPr>
                <a:solidFill>
                  <a:srgbClr val="555555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555555"/>
              </a:buClr>
              <a:buFont typeface="Lucida Grande" charset="0"/>
              <a:buChar char="»"/>
              <a:defRPr>
                <a:solidFill>
                  <a:srgbClr val="555555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55555"/>
              </a:buClr>
              <a:buFont typeface="Lucida Grande" charset="0"/>
              <a:buChar char="»"/>
              <a:defRPr>
                <a:solidFill>
                  <a:srgbClr val="555555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55555"/>
              </a:buClr>
              <a:buFont typeface="Lucida Grande" charset="0"/>
              <a:buChar char="»"/>
              <a:defRPr>
                <a:solidFill>
                  <a:srgbClr val="555555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55555"/>
              </a:buClr>
              <a:buFont typeface="Lucida Grande" charset="0"/>
              <a:buChar char="»"/>
              <a:defRPr>
                <a:solidFill>
                  <a:srgbClr val="555555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55555"/>
              </a:buClr>
              <a:buFont typeface="Lucida Grande" charset="0"/>
              <a:buChar char="»"/>
              <a:defRPr>
                <a:solidFill>
                  <a:srgbClr val="555555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600" b="0">
                <a:solidFill>
                  <a:schemeClr val="tx1"/>
                </a:solidFill>
              </a:rPr>
              <a:t>Para cada 12°C de aumento de temperatura,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600" b="0">
                <a:solidFill>
                  <a:schemeClr val="tx1"/>
                </a:solidFill>
              </a:rPr>
              <a:t>a capacidade do ar de conter vapor de água </a:t>
            </a:r>
            <a:r>
              <a:rPr lang="en-US" altLang="en-US" sz="3000">
                <a:solidFill>
                  <a:schemeClr val="tx1"/>
                </a:solidFill>
              </a:rPr>
              <a:t>Dobra!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en-US" sz="2600" b="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en-US" sz="2600" b="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600" b="0">
                <a:solidFill>
                  <a:schemeClr val="tx1"/>
                </a:solidFill>
              </a:rPr>
              <a:t>Para cada 12°C de redução de temperatura,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600" b="0">
                <a:solidFill>
                  <a:schemeClr val="tx1"/>
                </a:solidFill>
              </a:rPr>
              <a:t>A  capacidade do ar de conter vapor de água se </a:t>
            </a:r>
            <a:r>
              <a:rPr lang="en-US" altLang="en-US" sz="3000">
                <a:solidFill>
                  <a:schemeClr val="tx1"/>
                </a:solidFill>
              </a:rPr>
              <a:t>é reduzida a metade!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370ACE1A-C04B-41E7-846C-765E5443380C}"/>
              </a:ext>
            </a:extLst>
          </p:cNvPr>
          <p:cNvSpPr txBox="1">
            <a:spLocks/>
          </p:cNvSpPr>
          <p:nvPr/>
        </p:nvSpPr>
        <p:spPr bwMode="auto">
          <a:xfrm>
            <a:off x="515938" y="469900"/>
            <a:ext cx="6535737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anchor="b"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45553"/>
                </a:solidFill>
                <a:latin typeface="+mj-lt"/>
                <a:ea typeface="MS PGothic" pitchFamily="34" charset="-128"/>
                <a:cs typeface="ＭＳ Ｐゴシック" charset="0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-BR" sz="2500" kern="0" dirty="0">
                <a:ea typeface="+mj-ea"/>
              </a:rPr>
              <a:t>2. AR COMPRIMIDO X CONTAMINANTES</a:t>
            </a:r>
            <a:endParaRPr lang="en-US" sz="2500" kern="0" dirty="0">
              <a:ea typeface="+mj-ea"/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>
            <a:extLst>
              <a:ext uri="{FF2B5EF4-FFF2-40B4-BE49-F238E27FC236}">
                <a16:creationId xmlns:a16="http://schemas.microsoft.com/office/drawing/2014/main" id="{EF2631A7-DF2C-4AC3-9A05-70A87B1078EB}"/>
              </a:ext>
            </a:extLst>
          </p:cNvPr>
          <p:cNvSpPr txBox="1">
            <a:spLocks/>
          </p:cNvSpPr>
          <p:nvPr/>
        </p:nvSpPr>
        <p:spPr bwMode="auto">
          <a:xfrm>
            <a:off x="515938" y="469900"/>
            <a:ext cx="6535737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anchor="b"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45553"/>
                </a:solidFill>
                <a:latin typeface="+mj-lt"/>
                <a:ea typeface="MS PGothic" pitchFamily="34" charset="-128"/>
                <a:cs typeface="ＭＳ Ｐゴシック" charset="0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-BR" sz="2500" kern="0" dirty="0">
                <a:ea typeface="+mj-ea"/>
              </a:rPr>
              <a:t>2. AR COMPRIMIDO X CONTAMINANTES</a:t>
            </a:r>
            <a:endParaRPr lang="en-US" sz="2500" kern="0" dirty="0">
              <a:ea typeface="+mj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DDFB274-0A90-4480-B0C5-F9A024EDE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7000" y="1516063"/>
            <a:ext cx="4375150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52B1E"/>
              </a:buClr>
              <a:buSzPct val="110000"/>
              <a:buFont typeface="Arial" pitchFamily="34" charset="0"/>
              <a:buChar char="•"/>
              <a:defRPr sz="2400">
                <a:solidFill>
                  <a:srgbClr val="545553"/>
                </a:solidFill>
                <a:latin typeface="+mn-lt"/>
                <a:ea typeface="ＭＳ Ｐゴシック" pitchFamily="34" charset="-128"/>
                <a:cs typeface="ＭＳ Ｐゴシック" charset="0"/>
              </a:defRPr>
            </a:lvl1pPr>
            <a:lvl2pPr marL="8001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55555"/>
              </a:buClr>
              <a:buFont typeface="Lucida Grande" charset="0"/>
              <a:buChar char="‑"/>
              <a:defRPr sz="2200"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2pPr>
            <a:lvl3pPr marL="120015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52B1E"/>
              </a:buClr>
              <a:buFont typeface="Wingdings" pitchFamily="2" charset="2"/>
              <a:buChar char="§"/>
              <a:defRPr sz="2000"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3pPr>
            <a:lvl4pPr marL="148590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55555"/>
              </a:buClr>
              <a:buFont typeface="Lucida Grande" charset="0"/>
              <a:buChar char="‑"/>
              <a:defRPr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4pPr>
            <a:lvl5pPr marL="182880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55555"/>
              </a:buClr>
              <a:buFont typeface="Lucida Grande" charset="0"/>
              <a:buChar char="»"/>
              <a:defRPr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US" altLang="en-US" sz="2000" b="0" dirty="0" err="1">
                <a:cs typeface="Times New Roman" pitchFamily="18" charset="0"/>
              </a:rPr>
              <a:t>Ferrugem</a:t>
            </a:r>
            <a:r>
              <a:rPr lang="en-US" altLang="en-US" sz="2000" b="0" dirty="0">
                <a:cs typeface="Times New Roman" pitchFamily="18" charset="0"/>
              </a:rPr>
              <a:t> e </a:t>
            </a:r>
            <a:r>
              <a:rPr lang="en-US" altLang="en-US" sz="2000" b="0" dirty="0" err="1">
                <a:cs typeface="Times New Roman" pitchFamily="18" charset="0"/>
              </a:rPr>
              <a:t>corrosão</a:t>
            </a:r>
            <a:r>
              <a:rPr lang="en-US" altLang="en-US" sz="2000" b="0" dirty="0">
                <a:cs typeface="Times New Roman" pitchFamily="18" charset="0"/>
              </a:rPr>
              <a:t> no </a:t>
            </a:r>
            <a:r>
              <a:rPr lang="en-US" altLang="en-US" sz="2000" b="0" dirty="0" err="1">
                <a:cs typeface="Times New Roman" pitchFamily="18" charset="0"/>
              </a:rPr>
              <a:t>encanamento</a:t>
            </a:r>
            <a:r>
              <a:rPr lang="en-US" altLang="en-US" sz="2000" b="0" dirty="0">
                <a:cs typeface="Times New Roman" pitchFamily="18" charset="0"/>
              </a:rPr>
              <a:t> do </a:t>
            </a:r>
            <a:r>
              <a:rPr lang="en-US" altLang="en-US" sz="2000" b="0" dirty="0" err="1">
                <a:cs typeface="Times New Roman" pitchFamily="18" charset="0"/>
              </a:rPr>
              <a:t>sistema</a:t>
            </a:r>
            <a:r>
              <a:rPr lang="en-US" altLang="en-US" sz="2000" b="0" dirty="0">
                <a:cs typeface="Times New Roman" pitchFamily="18" charset="0"/>
              </a:rPr>
              <a:t> de </a:t>
            </a:r>
            <a:r>
              <a:rPr lang="en-US" altLang="en-US" sz="2000" b="0" dirty="0" err="1">
                <a:cs typeface="Times New Roman" pitchFamily="18" charset="0"/>
              </a:rPr>
              <a:t>ar</a:t>
            </a:r>
            <a:r>
              <a:rPr lang="en-US" altLang="en-US" sz="2000" b="0" dirty="0">
                <a:cs typeface="Times New Roman" pitchFamily="18" charset="0"/>
              </a:rPr>
              <a:t>;</a:t>
            </a:r>
          </a:p>
          <a:p>
            <a:pPr marL="0" indent="0">
              <a:buFont typeface="Arial" pitchFamily="34" charset="0"/>
              <a:buNone/>
              <a:defRPr/>
            </a:pPr>
            <a:endParaRPr lang="en-US" altLang="en-US" sz="2000" b="0" dirty="0">
              <a:cs typeface="Times New Roman" pitchFamily="18" charset="0"/>
            </a:endParaRPr>
          </a:p>
          <a:p>
            <a:pPr>
              <a:defRPr/>
            </a:pPr>
            <a:r>
              <a:rPr lang="en-US" altLang="en-US" sz="2000" b="0" dirty="0" err="1">
                <a:cs typeface="Times New Roman" pitchFamily="18" charset="0"/>
              </a:rPr>
              <a:t>Lubrificação</a:t>
            </a:r>
            <a:r>
              <a:rPr lang="en-US" altLang="en-US" sz="2000" b="0" dirty="0">
                <a:cs typeface="Times New Roman" pitchFamily="18" charset="0"/>
              </a:rPr>
              <a:t> </a:t>
            </a:r>
            <a:r>
              <a:rPr lang="en-US" altLang="en-US" sz="2000" b="0" dirty="0" err="1">
                <a:cs typeface="Times New Roman" pitchFamily="18" charset="0"/>
              </a:rPr>
              <a:t>inadequada</a:t>
            </a:r>
            <a:r>
              <a:rPr lang="en-US" altLang="en-US" sz="2000" b="0" dirty="0">
                <a:cs typeface="Times New Roman" pitchFamily="18" charset="0"/>
              </a:rPr>
              <a:t> </a:t>
            </a:r>
            <a:r>
              <a:rPr lang="en-US" altLang="en-US" sz="2000" b="0" dirty="0" err="1">
                <a:cs typeface="Times New Roman" pitchFamily="18" charset="0"/>
              </a:rPr>
              <a:t>em</a:t>
            </a:r>
            <a:r>
              <a:rPr lang="en-US" altLang="en-US" sz="2000" b="0" dirty="0">
                <a:cs typeface="Times New Roman" pitchFamily="18" charset="0"/>
              </a:rPr>
              <a:t> </a:t>
            </a:r>
            <a:r>
              <a:rPr lang="en-US" altLang="en-US" sz="2000" b="0" dirty="0" err="1">
                <a:cs typeface="Times New Roman" pitchFamily="18" charset="0"/>
              </a:rPr>
              <a:t>ferramentas</a:t>
            </a:r>
            <a:r>
              <a:rPr lang="en-US" altLang="en-US" sz="2000" b="0" dirty="0">
                <a:cs typeface="Times New Roman" pitchFamily="18" charset="0"/>
              </a:rPr>
              <a:t> a </a:t>
            </a:r>
            <a:r>
              <a:rPr lang="en-US" altLang="en-US" sz="2000" b="0" dirty="0" err="1">
                <a:cs typeface="Times New Roman" pitchFamily="18" charset="0"/>
              </a:rPr>
              <a:t>ar</a:t>
            </a:r>
            <a:r>
              <a:rPr lang="en-US" altLang="en-US" sz="2000" b="0" dirty="0">
                <a:cs typeface="Times New Roman" pitchFamily="18" charset="0"/>
              </a:rPr>
              <a:t>;</a:t>
            </a:r>
          </a:p>
          <a:p>
            <a:pPr marL="0" indent="0">
              <a:buFont typeface="Arial" pitchFamily="34" charset="0"/>
              <a:buNone/>
              <a:defRPr/>
            </a:pPr>
            <a:endParaRPr lang="en-US" altLang="en-US" sz="2000" b="0" dirty="0">
              <a:cs typeface="Times New Roman" pitchFamily="18" charset="0"/>
            </a:endParaRPr>
          </a:p>
          <a:p>
            <a:pPr>
              <a:defRPr/>
            </a:pPr>
            <a:r>
              <a:rPr lang="en-US" altLang="en-US" sz="2000" b="0" dirty="0" err="1">
                <a:cs typeface="Times New Roman" pitchFamily="18" charset="0"/>
              </a:rPr>
              <a:t>Danos</a:t>
            </a:r>
            <a:r>
              <a:rPr lang="en-US" altLang="en-US" sz="2000" b="0" dirty="0">
                <a:cs typeface="Times New Roman" pitchFamily="18" charset="0"/>
              </a:rPr>
              <a:t> no </a:t>
            </a:r>
            <a:r>
              <a:rPr lang="en-US" altLang="en-US" sz="2000" b="0" dirty="0" err="1">
                <a:cs typeface="Times New Roman" pitchFamily="18" charset="0"/>
              </a:rPr>
              <a:t>etiquetamento</a:t>
            </a:r>
            <a:r>
              <a:rPr lang="en-US" altLang="en-US" sz="2000" b="0" dirty="0">
                <a:cs typeface="Times New Roman" pitchFamily="18" charset="0"/>
              </a:rPr>
              <a:t>, </a:t>
            </a:r>
            <a:r>
              <a:rPr lang="en-US" altLang="en-US" sz="2000" b="0" dirty="0" err="1">
                <a:cs typeface="Times New Roman" pitchFamily="18" charset="0"/>
              </a:rPr>
              <a:t>enpacotamento</a:t>
            </a:r>
            <a:r>
              <a:rPr lang="en-US" altLang="en-US" sz="2000" b="0" dirty="0">
                <a:cs typeface="Times New Roman" pitchFamily="18" charset="0"/>
              </a:rPr>
              <a:t> e </a:t>
            </a:r>
            <a:r>
              <a:rPr lang="en-US" altLang="en-US" sz="2000" b="0" dirty="0" err="1">
                <a:cs typeface="Times New Roman" pitchFamily="18" charset="0"/>
              </a:rPr>
              <a:t>ao</a:t>
            </a:r>
            <a:r>
              <a:rPr lang="en-US" altLang="en-US" sz="2000" b="0" dirty="0">
                <a:cs typeface="Times New Roman" pitchFamily="18" charset="0"/>
              </a:rPr>
              <a:t> </a:t>
            </a:r>
            <a:r>
              <a:rPr lang="en-US" altLang="en-US" sz="2000" b="0" dirty="0" err="1">
                <a:cs typeface="Times New Roman" pitchFamily="18" charset="0"/>
              </a:rPr>
              <a:t>produto</a:t>
            </a:r>
            <a:r>
              <a:rPr lang="en-US" altLang="en-US" sz="2000" b="0" dirty="0">
                <a:cs typeface="Times New Roman" pitchFamily="18" charset="0"/>
              </a:rPr>
              <a:t> </a:t>
            </a:r>
            <a:r>
              <a:rPr lang="en-US" altLang="en-US" sz="2000" b="0" dirty="0" err="1">
                <a:cs typeface="Times New Roman" pitchFamily="18" charset="0"/>
              </a:rPr>
              <a:t>acabado</a:t>
            </a:r>
            <a:r>
              <a:rPr lang="en-US" altLang="en-US" sz="2000" b="0" dirty="0">
                <a:cs typeface="Times New Roman" pitchFamily="18" charset="0"/>
              </a:rPr>
              <a:t>;</a:t>
            </a:r>
          </a:p>
          <a:p>
            <a:pPr marL="0" indent="0">
              <a:buFont typeface="Arial" pitchFamily="34" charset="0"/>
              <a:buNone/>
              <a:defRPr/>
            </a:pPr>
            <a:endParaRPr lang="en-US" altLang="en-US" sz="2000" b="0" dirty="0">
              <a:cs typeface="Times New Roman" pitchFamily="18" charset="0"/>
            </a:endParaRPr>
          </a:p>
          <a:p>
            <a:pPr>
              <a:defRPr/>
            </a:pPr>
            <a:r>
              <a:rPr lang="en-US" altLang="en-US" sz="2000" b="0" dirty="0" err="1">
                <a:cs typeface="Times New Roman" pitchFamily="18" charset="0"/>
              </a:rPr>
              <a:t>Perdas</a:t>
            </a:r>
            <a:r>
              <a:rPr lang="en-US" altLang="en-US" sz="2000" b="0" dirty="0">
                <a:cs typeface="Times New Roman" pitchFamily="18" charset="0"/>
              </a:rPr>
              <a:t> de </a:t>
            </a:r>
            <a:r>
              <a:rPr lang="en-US" altLang="en-US" sz="2000" b="0" dirty="0" err="1">
                <a:cs typeface="Times New Roman" pitchFamily="18" charset="0"/>
              </a:rPr>
              <a:t>produtividade</a:t>
            </a:r>
            <a:r>
              <a:rPr lang="en-US" altLang="en-US" sz="2000" b="0" dirty="0">
                <a:cs typeface="Times New Roman" pitchFamily="18" charset="0"/>
              </a:rPr>
              <a:t> no </a:t>
            </a:r>
            <a:r>
              <a:rPr lang="en-US" altLang="en-US" sz="2000" b="0" dirty="0" err="1">
                <a:cs typeface="Times New Roman" pitchFamily="18" charset="0"/>
              </a:rPr>
              <a:t>processo</a:t>
            </a:r>
            <a:r>
              <a:rPr lang="en-US" altLang="en-US" sz="2000" b="0" dirty="0">
                <a:cs typeface="Times New Roman" pitchFamily="18" charset="0"/>
              </a:rPr>
              <a:t>.</a:t>
            </a:r>
          </a:p>
          <a:p>
            <a:pPr>
              <a:defRPr/>
            </a:pPr>
            <a:endParaRPr lang="pt-BR" sz="2000" dirty="0"/>
          </a:p>
        </p:txBody>
      </p:sp>
      <p:grpSp>
        <p:nvGrpSpPr>
          <p:cNvPr id="8196" name="Group 4">
            <a:extLst>
              <a:ext uri="{FF2B5EF4-FFF2-40B4-BE49-F238E27FC236}">
                <a16:creationId xmlns:a16="http://schemas.microsoft.com/office/drawing/2014/main" id="{6A93B86E-522C-403F-9253-2DD4C0D68D79}"/>
              </a:ext>
            </a:extLst>
          </p:cNvPr>
          <p:cNvGrpSpPr>
            <a:grpSpLocks/>
          </p:cNvGrpSpPr>
          <p:nvPr/>
        </p:nvGrpSpPr>
        <p:grpSpPr bwMode="auto">
          <a:xfrm>
            <a:off x="465138" y="1295400"/>
            <a:ext cx="2779712" cy="4424363"/>
            <a:chOff x="168" y="1053"/>
            <a:chExt cx="1751" cy="2787"/>
          </a:xfrm>
        </p:grpSpPr>
        <p:grpSp>
          <p:nvGrpSpPr>
            <p:cNvPr id="8197" name="Group 5">
              <a:extLst>
                <a:ext uri="{FF2B5EF4-FFF2-40B4-BE49-F238E27FC236}">
                  <a16:creationId xmlns:a16="http://schemas.microsoft.com/office/drawing/2014/main" id="{5DE798C2-896A-40EF-ADBE-6A8CD98EF3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2" y="1452"/>
              <a:ext cx="1367" cy="2388"/>
              <a:chOff x="1060" y="1452"/>
              <a:chExt cx="1480" cy="2388"/>
            </a:xfrm>
          </p:grpSpPr>
          <p:pic>
            <p:nvPicPr>
              <p:cNvPr id="8225" name="Picture 6">
                <a:extLst>
                  <a:ext uri="{FF2B5EF4-FFF2-40B4-BE49-F238E27FC236}">
                    <a16:creationId xmlns:a16="http://schemas.microsoft.com/office/drawing/2014/main" id="{15908E52-146A-4733-877C-084371BB6FE8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92" y="1452"/>
                <a:ext cx="1411" cy="23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8226" name="Arc 7">
                <a:extLst>
                  <a:ext uri="{FF2B5EF4-FFF2-40B4-BE49-F238E27FC236}">
                    <a16:creationId xmlns:a16="http://schemas.microsoft.com/office/drawing/2014/main" id="{959E49E1-EF5B-4F88-8EE9-05F14776C7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" y="1872"/>
                <a:ext cx="212" cy="1004"/>
              </a:xfrm>
              <a:custGeom>
                <a:avLst/>
                <a:gdLst>
                  <a:gd name="T0" fmla="*/ 0 w 21600"/>
                  <a:gd name="T1" fmla="*/ 2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7" name="Arc 8">
                <a:extLst>
                  <a:ext uri="{FF2B5EF4-FFF2-40B4-BE49-F238E27FC236}">
                    <a16:creationId xmlns:a16="http://schemas.microsoft.com/office/drawing/2014/main" id="{E96FC183-A838-4E9C-BCEC-8704ABD3AB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8" y="2906"/>
                <a:ext cx="164" cy="8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1 h 21600"/>
                  <a:gd name="T4" fmla="*/ 0 w 21600"/>
                  <a:gd name="T5" fmla="*/ 1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19" y="0"/>
                      <a:pt x="21585" y="9654"/>
                      <a:pt x="21599" y="21574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19" y="0"/>
                      <a:pt x="21585" y="9654"/>
                      <a:pt x="21599" y="21574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8" name="Oval 9">
                <a:extLst>
                  <a:ext uri="{FF2B5EF4-FFF2-40B4-BE49-F238E27FC236}">
                    <a16:creationId xmlns:a16="http://schemas.microsoft.com/office/drawing/2014/main" id="{56FE4745-1DC8-4C11-A767-0AD58ECDDB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4" y="2296"/>
                <a:ext cx="136" cy="11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29" name="Oval 10">
                <a:extLst>
                  <a:ext uri="{FF2B5EF4-FFF2-40B4-BE49-F238E27FC236}">
                    <a16:creationId xmlns:a16="http://schemas.microsoft.com/office/drawing/2014/main" id="{73EFC62B-31D7-41BD-85FD-6D2A17BF3B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8" y="2716"/>
                <a:ext cx="136" cy="11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30" name="Oval 11">
                <a:extLst>
                  <a:ext uri="{FF2B5EF4-FFF2-40B4-BE49-F238E27FC236}">
                    <a16:creationId xmlns:a16="http://schemas.microsoft.com/office/drawing/2014/main" id="{53C90C2A-E10D-44D4-A505-5A2970789B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36" y="2065"/>
                <a:ext cx="136" cy="11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31" name="Oval 12">
                <a:extLst>
                  <a:ext uri="{FF2B5EF4-FFF2-40B4-BE49-F238E27FC236}">
                    <a16:creationId xmlns:a16="http://schemas.microsoft.com/office/drawing/2014/main" id="{4C78E7E8-A61D-499E-A085-9938DF31E5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6" y="3031"/>
                <a:ext cx="136" cy="117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32" name="Oval 13">
                <a:extLst>
                  <a:ext uri="{FF2B5EF4-FFF2-40B4-BE49-F238E27FC236}">
                    <a16:creationId xmlns:a16="http://schemas.microsoft.com/office/drawing/2014/main" id="{7FDA3A05-091F-43EA-A737-57AA4EAFF2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" y="3345"/>
                <a:ext cx="136" cy="11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33" name="Oval 14">
                <a:extLst>
                  <a:ext uri="{FF2B5EF4-FFF2-40B4-BE49-F238E27FC236}">
                    <a16:creationId xmlns:a16="http://schemas.microsoft.com/office/drawing/2014/main" id="{61B68780-E49E-4DEE-9A78-E15262653E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8" y="2233"/>
                <a:ext cx="136" cy="11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34" name="Oval 15">
                <a:extLst>
                  <a:ext uri="{FF2B5EF4-FFF2-40B4-BE49-F238E27FC236}">
                    <a16:creationId xmlns:a16="http://schemas.microsoft.com/office/drawing/2014/main" id="{7DC38186-ED58-4343-AEE2-DD23ECE61F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0" y="2842"/>
                <a:ext cx="136" cy="11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35" name="Oval 16">
                <a:extLst>
                  <a:ext uri="{FF2B5EF4-FFF2-40B4-BE49-F238E27FC236}">
                    <a16:creationId xmlns:a16="http://schemas.microsoft.com/office/drawing/2014/main" id="{1FEB61E2-110A-4CEF-A3FF-E84ECF5FBD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6" y="3324"/>
                <a:ext cx="136" cy="11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36" name="Oval 17">
                <a:extLst>
                  <a:ext uri="{FF2B5EF4-FFF2-40B4-BE49-F238E27FC236}">
                    <a16:creationId xmlns:a16="http://schemas.microsoft.com/office/drawing/2014/main" id="{C046AA17-D8D8-4249-9446-DD3223F866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6" y="3282"/>
                <a:ext cx="136" cy="11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37" name="Oval 18">
                <a:extLst>
                  <a:ext uri="{FF2B5EF4-FFF2-40B4-BE49-F238E27FC236}">
                    <a16:creationId xmlns:a16="http://schemas.microsoft.com/office/drawing/2014/main" id="{DB7A1D38-0642-4EA0-8085-402D37AF57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0" y="2485"/>
                <a:ext cx="136" cy="11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38" name="Oval 19">
                <a:extLst>
                  <a:ext uri="{FF2B5EF4-FFF2-40B4-BE49-F238E27FC236}">
                    <a16:creationId xmlns:a16="http://schemas.microsoft.com/office/drawing/2014/main" id="{6C9ECAB4-CB8C-4FA7-B164-9064565F4C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4" y="2758"/>
                <a:ext cx="136" cy="11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39" name="Oval 20">
                <a:extLst>
                  <a:ext uri="{FF2B5EF4-FFF2-40B4-BE49-F238E27FC236}">
                    <a16:creationId xmlns:a16="http://schemas.microsoft.com/office/drawing/2014/main" id="{516D1C52-D210-4BC1-BA87-91A536C57B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8" y="3513"/>
                <a:ext cx="136" cy="11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40" name="Oval 21">
                <a:extLst>
                  <a:ext uri="{FF2B5EF4-FFF2-40B4-BE49-F238E27FC236}">
                    <a16:creationId xmlns:a16="http://schemas.microsoft.com/office/drawing/2014/main" id="{10E8C168-D456-4021-BBA7-BD37523A87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8" y="2506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41" name="Oval 22">
                <a:extLst>
                  <a:ext uri="{FF2B5EF4-FFF2-40B4-BE49-F238E27FC236}">
                    <a16:creationId xmlns:a16="http://schemas.microsoft.com/office/drawing/2014/main" id="{717E98C6-1485-4714-AD23-80B1B036BD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6" y="2842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42" name="Oval 23">
                <a:extLst>
                  <a:ext uri="{FF2B5EF4-FFF2-40B4-BE49-F238E27FC236}">
                    <a16:creationId xmlns:a16="http://schemas.microsoft.com/office/drawing/2014/main" id="{BA437E2C-73FD-4E26-B716-84DE11DB3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0" y="3198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43" name="Oval 24">
                <a:extLst>
                  <a:ext uri="{FF2B5EF4-FFF2-40B4-BE49-F238E27FC236}">
                    <a16:creationId xmlns:a16="http://schemas.microsoft.com/office/drawing/2014/main" id="{8FEC332A-CD92-4F19-8094-886CFB4E2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2" y="2863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44" name="Oval 25">
                <a:extLst>
                  <a:ext uri="{FF2B5EF4-FFF2-40B4-BE49-F238E27FC236}">
                    <a16:creationId xmlns:a16="http://schemas.microsoft.com/office/drawing/2014/main" id="{A61E83D2-0E31-4601-B553-1E651D0BC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8" y="2086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45" name="Oval 26">
                <a:extLst>
                  <a:ext uri="{FF2B5EF4-FFF2-40B4-BE49-F238E27FC236}">
                    <a16:creationId xmlns:a16="http://schemas.microsoft.com/office/drawing/2014/main" id="{3FFECF4E-180E-4F35-88DD-2DA3D2A308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6" y="2002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46" name="Oval 27">
                <a:extLst>
                  <a:ext uri="{FF2B5EF4-FFF2-40B4-BE49-F238E27FC236}">
                    <a16:creationId xmlns:a16="http://schemas.microsoft.com/office/drawing/2014/main" id="{EAE0E07C-C6FB-4B96-AB2B-2C0C4F8CB4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0" y="2107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47" name="Oval 28">
                <a:extLst>
                  <a:ext uri="{FF2B5EF4-FFF2-40B4-BE49-F238E27FC236}">
                    <a16:creationId xmlns:a16="http://schemas.microsoft.com/office/drawing/2014/main" id="{1A1F7596-420D-4119-965F-F3AE5B9F80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36" y="3177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48" name="Oval 29">
                <a:extLst>
                  <a:ext uri="{FF2B5EF4-FFF2-40B4-BE49-F238E27FC236}">
                    <a16:creationId xmlns:a16="http://schemas.microsoft.com/office/drawing/2014/main" id="{B32757AD-D07F-4092-AE84-5E91DF8E02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4" y="2590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49" name="Oval 30">
                <a:extLst>
                  <a:ext uri="{FF2B5EF4-FFF2-40B4-BE49-F238E27FC236}">
                    <a16:creationId xmlns:a16="http://schemas.microsoft.com/office/drawing/2014/main" id="{A6F87194-5238-4680-955D-A5D397B7CC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0" y="2548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50" name="Oval 31">
                <a:extLst>
                  <a:ext uri="{FF2B5EF4-FFF2-40B4-BE49-F238E27FC236}">
                    <a16:creationId xmlns:a16="http://schemas.microsoft.com/office/drawing/2014/main" id="{04C87856-0952-41B9-B26A-D92341087E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76" y="2758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51" name="Oval 32">
                <a:extLst>
                  <a:ext uri="{FF2B5EF4-FFF2-40B4-BE49-F238E27FC236}">
                    <a16:creationId xmlns:a16="http://schemas.microsoft.com/office/drawing/2014/main" id="{B4734EC2-3C65-462E-A21A-1184B7497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36" y="3072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52" name="Oval 33">
                <a:extLst>
                  <a:ext uri="{FF2B5EF4-FFF2-40B4-BE49-F238E27FC236}">
                    <a16:creationId xmlns:a16="http://schemas.microsoft.com/office/drawing/2014/main" id="{F1C316A1-2D54-4148-8FAC-EE8B2DFCA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8" y="2674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53" name="Oval 34">
                <a:extLst>
                  <a:ext uri="{FF2B5EF4-FFF2-40B4-BE49-F238E27FC236}">
                    <a16:creationId xmlns:a16="http://schemas.microsoft.com/office/drawing/2014/main" id="{B1013525-DCD1-4E85-930D-35D954DB3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0" y="2947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54" name="Oval 35">
                <a:extLst>
                  <a:ext uri="{FF2B5EF4-FFF2-40B4-BE49-F238E27FC236}">
                    <a16:creationId xmlns:a16="http://schemas.microsoft.com/office/drawing/2014/main" id="{3CC97419-CFD3-4DE7-A745-757F177444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8" y="2191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55" name="Oval 36">
                <a:extLst>
                  <a:ext uri="{FF2B5EF4-FFF2-40B4-BE49-F238E27FC236}">
                    <a16:creationId xmlns:a16="http://schemas.microsoft.com/office/drawing/2014/main" id="{7C164A95-773E-4260-97D5-842A82F441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8" y="2611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56" name="Oval 37">
                <a:extLst>
                  <a:ext uri="{FF2B5EF4-FFF2-40B4-BE49-F238E27FC236}">
                    <a16:creationId xmlns:a16="http://schemas.microsoft.com/office/drawing/2014/main" id="{395A3C48-A462-4349-AF1D-551BD8547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" y="3198"/>
                <a:ext cx="64" cy="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198" name="Group 38">
              <a:extLst>
                <a:ext uri="{FF2B5EF4-FFF2-40B4-BE49-F238E27FC236}">
                  <a16:creationId xmlns:a16="http://schemas.microsoft.com/office/drawing/2014/main" id="{6EF534E1-E852-4BBC-931B-2ABF226CB2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" y="1053"/>
              <a:ext cx="624" cy="2689"/>
              <a:chOff x="658" y="1104"/>
              <a:chExt cx="676" cy="2689"/>
            </a:xfrm>
          </p:grpSpPr>
          <p:sp>
            <p:nvSpPr>
              <p:cNvPr id="8199" name="Oval 39">
                <a:extLst>
                  <a:ext uri="{FF2B5EF4-FFF2-40B4-BE49-F238E27FC236}">
                    <a16:creationId xmlns:a16="http://schemas.microsoft.com/office/drawing/2014/main" id="{EAE06E44-5C39-478B-9F11-D5232493A2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9" y="1108"/>
                <a:ext cx="274" cy="285"/>
              </a:xfrm>
              <a:prstGeom prst="ellipse">
                <a:avLst/>
              </a:prstGeom>
              <a:solidFill>
                <a:srgbClr val="808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00" name="Oval 40">
                <a:extLst>
                  <a:ext uri="{FF2B5EF4-FFF2-40B4-BE49-F238E27FC236}">
                    <a16:creationId xmlns:a16="http://schemas.microsoft.com/office/drawing/2014/main" id="{B5D58194-754C-47D8-ACC8-BA0A92E6F6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1" y="3423"/>
                <a:ext cx="362" cy="368"/>
              </a:xfrm>
              <a:prstGeom prst="ellipse">
                <a:avLst/>
              </a:prstGeom>
              <a:solidFill>
                <a:srgbClr val="808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D52B1E"/>
                  </a:buClr>
                  <a:buSzPct val="110000"/>
                  <a:buFont typeface="Arial" panose="020B0604020202020204" pitchFamily="34" charset="0"/>
                  <a:buChar char="•"/>
                  <a:defRPr sz="24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 sz="22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D52B1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‑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55555"/>
                  </a:buClr>
                  <a:buFont typeface="Lucida Grande" charset="0"/>
                  <a:buChar char="»"/>
                  <a:defRPr>
                    <a:solidFill>
                      <a:srgbClr val="555555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201" name="Freeform 41">
                <a:extLst>
                  <a:ext uri="{FF2B5EF4-FFF2-40B4-BE49-F238E27FC236}">
                    <a16:creationId xmlns:a16="http://schemas.microsoft.com/office/drawing/2014/main" id="{F757C1A9-2F3A-439A-BE94-CA47EB56AA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" y="1104"/>
                <a:ext cx="676" cy="2689"/>
              </a:xfrm>
              <a:custGeom>
                <a:avLst/>
                <a:gdLst>
                  <a:gd name="T0" fmla="*/ 329 w 676"/>
                  <a:gd name="T1" fmla="*/ 2394 h 2689"/>
                  <a:gd name="T2" fmla="*/ 675 w 676"/>
                  <a:gd name="T3" fmla="*/ 150 h 2689"/>
                  <a:gd name="T4" fmla="*/ 674 w 676"/>
                  <a:gd name="T5" fmla="*/ 125 h 2689"/>
                  <a:gd name="T6" fmla="*/ 669 w 676"/>
                  <a:gd name="T7" fmla="*/ 102 h 2689"/>
                  <a:gd name="T8" fmla="*/ 660 w 676"/>
                  <a:gd name="T9" fmla="*/ 80 h 2689"/>
                  <a:gd name="T10" fmla="*/ 651 w 676"/>
                  <a:gd name="T11" fmla="*/ 62 h 2689"/>
                  <a:gd name="T12" fmla="*/ 638 w 676"/>
                  <a:gd name="T13" fmla="*/ 46 h 2689"/>
                  <a:gd name="T14" fmla="*/ 624 w 676"/>
                  <a:gd name="T15" fmla="*/ 34 h 2689"/>
                  <a:gd name="T16" fmla="*/ 610 w 676"/>
                  <a:gd name="T17" fmla="*/ 22 h 2689"/>
                  <a:gd name="T18" fmla="*/ 594 w 676"/>
                  <a:gd name="T19" fmla="*/ 13 h 2689"/>
                  <a:gd name="T20" fmla="*/ 577 w 676"/>
                  <a:gd name="T21" fmla="*/ 7 h 2689"/>
                  <a:gd name="T22" fmla="*/ 560 w 676"/>
                  <a:gd name="T23" fmla="*/ 3 h 2689"/>
                  <a:gd name="T24" fmla="*/ 544 w 676"/>
                  <a:gd name="T25" fmla="*/ 0 h 2689"/>
                  <a:gd name="T26" fmla="*/ 526 w 676"/>
                  <a:gd name="T27" fmla="*/ 0 h 2689"/>
                  <a:gd name="T28" fmla="*/ 511 w 676"/>
                  <a:gd name="T29" fmla="*/ 3 h 2689"/>
                  <a:gd name="T30" fmla="*/ 495 w 676"/>
                  <a:gd name="T31" fmla="*/ 7 h 2689"/>
                  <a:gd name="T32" fmla="*/ 478 w 676"/>
                  <a:gd name="T33" fmla="*/ 13 h 2689"/>
                  <a:gd name="T34" fmla="*/ 463 w 676"/>
                  <a:gd name="T35" fmla="*/ 22 h 2689"/>
                  <a:gd name="T36" fmla="*/ 447 w 676"/>
                  <a:gd name="T37" fmla="*/ 35 h 2689"/>
                  <a:gd name="T38" fmla="*/ 432 w 676"/>
                  <a:gd name="T39" fmla="*/ 49 h 2689"/>
                  <a:gd name="T40" fmla="*/ 420 w 676"/>
                  <a:gd name="T41" fmla="*/ 66 h 2689"/>
                  <a:gd name="T42" fmla="*/ 410 w 676"/>
                  <a:gd name="T43" fmla="*/ 84 h 2689"/>
                  <a:gd name="T44" fmla="*/ 406 w 676"/>
                  <a:gd name="T45" fmla="*/ 108 h 2689"/>
                  <a:gd name="T46" fmla="*/ 59 w 676"/>
                  <a:gd name="T47" fmla="*/ 2363 h 2689"/>
                  <a:gd name="T48" fmla="*/ 36 w 676"/>
                  <a:gd name="T49" fmla="*/ 2389 h 2689"/>
                  <a:gd name="T50" fmla="*/ 19 w 676"/>
                  <a:gd name="T51" fmla="*/ 2420 h 2689"/>
                  <a:gd name="T52" fmla="*/ 7 w 676"/>
                  <a:gd name="T53" fmla="*/ 2453 h 2689"/>
                  <a:gd name="T54" fmla="*/ 2 w 676"/>
                  <a:gd name="T55" fmla="*/ 2483 h 2689"/>
                  <a:gd name="T56" fmla="*/ 0 w 676"/>
                  <a:gd name="T57" fmla="*/ 2512 h 2689"/>
                  <a:gd name="T58" fmla="*/ 4 w 676"/>
                  <a:gd name="T59" fmla="*/ 2540 h 2689"/>
                  <a:gd name="T60" fmla="*/ 13 w 676"/>
                  <a:gd name="T61" fmla="*/ 2572 h 2689"/>
                  <a:gd name="T62" fmla="*/ 23 w 676"/>
                  <a:gd name="T63" fmla="*/ 2593 h 2689"/>
                  <a:gd name="T64" fmla="*/ 35 w 676"/>
                  <a:gd name="T65" fmla="*/ 2613 h 2689"/>
                  <a:gd name="T66" fmla="*/ 53 w 676"/>
                  <a:gd name="T67" fmla="*/ 2635 h 2689"/>
                  <a:gd name="T68" fmla="*/ 68 w 676"/>
                  <a:gd name="T69" fmla="*/ 2648 h 2689"/>
                  <a:gd name="T70" fmla="*/ 83 w 676"/>
                  <a:gd name="T71" fmla="*/ 2658 h 2689"/>
                  <a:gd name="T72" fmla="*/ 98 w 676"/>
                  <a:gd name="T73" fmla="*/ 2668 h 2689"/>
                  <a:gd name="T74" fmla="*/ 112 w 676"/>
                  <a:gd name="T75" fmla="*/ 2676 h 2689"/>
                  <a:gd name="T76" fmla="*/ 137 w 676"/>
                  <a:gd name="T77" fmla="*/ 2684 h 2689"/>
                  <a:gd name="T78" fmla="*/ 152 w 676"/>
                  <a:gd name="T79" fmla="*/ 2687 h 2689"/>
                  <a:gd name="T80" fmla="*/ 174 w 676"/>
                  <a:gd name="T81" fmla="*/ 2688 h 2689"/>
                  <a:gd name="T82" fmla="*/ 199 w 676"/>
                  <a:gd name="T83" fmla="*/ 2688 h 2689"/>
                  <a:gd name="T84" fmla="*/ 225 w 676"/>
                  <a:gd name="T85" fmla="*/ 2683 h 2689"/>
                  <a:gd name="T86" fmla="*/ 248 w 676"/>
                  <a:gd name="T87" fmla="*/ 2677 h 2689"/>
                  <a:gd name="T88" fmla="*/ 269 w 676"/>
                  <a:gd name="T89" fmla="*/ 2667 h 2689"/>
                  <a:gd name="T90" fmla="*/ 289 w 676"/>
                  <a:gd name="T91" fmla="*/ 2654 h 2689"/>
                  <a:gd name="T92" fmla="*/ 306 w 676"/>
                  <a:gd name="T93" fmla="*/ 2639 h 2689"/>
                  <a:gd name="T94" fmla="*/ 321 w 676"/>
                  <a:gd name="T95" fmla="*/ 2622 h 2689"/>
                  <a:gd name="T96" fmla="*/ 333 w 676"/>
                  <a:gd name="T97" fmla="*/ 2605 h 2689"/>
                  <a:gd name="T98" fmla="*/ 335 w 676"/>
                  <a:gd name="T99" fmla="*/ 2605 h 2689"/>
                  <a:gd name="T100" fmla="*/ 333 w 676"/>
                  <a:gd name="T101" fmla="*/ 2605 h 2689"/>
                  <a:gd name="T102" fmla="*/ 344 w 676"/>
                  <a:gd name="T103" fmla="*/ 2586 h 2689"/>
                  <a:gd name="T104" fmla="*/ 356 w 676"/>
                  <a:gd name="T105" fmla="*/ 2562 h 2689"/>
                  <a:gd name="T106" fmla="*/ 361 w 676"/>
                  <a:gd name="T107" fmla="*/ 2543 h 2689"/>
                  <a:gd name="T108" fmla="*/ 365 w 676"/>
                  <a:gd name="T109" fmla="*/ 2518 h 2689"/>
                  <a:gd name="T110" fmla="*/ 366 w 676"/>
                  <a:gd name="T111" fmla="*/ 2496 h 2689"/>
                  <a:gd name="T112" fmla="*/ 365 w 676"/>
                  <a:gd name="T113" fmla="*/ 2472 h 2689"/>
                  <a:gd name="T114" fmla="*/ 359 w 676"/>
                  <a:gd name="T115" fmla="*/ 2450 h 2689"/>
                  <a:gd name="T116" fmla="*/ 352 w 676"/>
                  <a:gd name="T117" fmla="*/ 2432 h 2689"/>
                  <a:gd name="T118" fmla="*/ 343 w 676"/>
                  <a:gd name="T119" fmla="*/ 2411 h 2689"/>
                  <a:gd name="T120" fmla="*/ 329 w 676"/>
                  <a:gd name="T121" fmla="*/ 2394 h 2689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676" h="2689">
                    <a:moveTo>
                      <a:pt x="329" y="2394"/>
                    </a:moveTo>
                    <a:lnTo>
                      <a:pt x="675" y="150"/>
                    </a:lnTo>
                    <a:lnTo>
                      <a:pt x="674" y="125"/>
                    </a:lnTo>
                    <a:lnTo>
                      <a:pt x="669" y="102"/>
                    </a:lnTo>
                    <a:lnTo>
                      <a:pt x="660" y="80"/>
                    </a:lnTo>
                    <a:lnTo>
                      <a:pt x="651" y="62"/>
                    </a:lnTo>
                    <a:lnTo>
                      <a:pt x="638" y="46"/>
                    </a:lnTo>
                    <a:lnTo>
                      <a:pt x="624" y="34"/>
                    </a:lnTo>
                    <a:lnTo>
                      <a:pt x="610" y="22"/>
                    </a:lnTo>
                    <a:lnTo>
                      <a:pt x="594" y="13"/>
                    </a:lnTo>
                    <a:lnTo>
                      <a:pt x="577" y="7"/>
                    </a:lnTo>
                    <a:lnTo>
                      <a:pt x="560" y="3"/>
                    </a:lnTo>
                    <a:lnTo>
                      <a:pt x="544" y="0"/>
                    </a:lnTo>
                    <a:lnTo>
                      <a:pt x="526" y="0"/>
                    </a:lnTo>
                    <a:lnTo>
                      <a:pt x="511" y="3"/>
                    </a:lnTo>
                    <a:lnTo>
                      <a:pt x="495" y="7"/>
                    </a:lnTo>
                    <a:lnTo>
                      <a:pt x="478" y="13"/>
                    </a:lnTo>
                    <a:lnTo>
                      <a:pt x="463" y="22"/>
                    </a:lnTo>
                    <a:lnTo>
                      <a:pt x="447" y="35"/>
                    </a:lnTo>
                    <a:lnTo>
                      <a:pt x="432" y="49"/>
                    </a:lnTo>
                    <a:lnTo>
                      <a:pt x="420" y="66"/>
                    </a:lnTo>
                    <a:lnTo>
                      <a:pt x="410" y="84"/>
                    </a:lnTo>
                    <a:lnTo>
                      <a:pt x="406" y="108"/>
                    </a:lnTo>
                    <a:lnTo>
                      <a:pt x="59" y="2363"/>
                    </a:lnTo>
                    <a:lnTo>
                      <a:pt x="36" y="2389"/>
                    </a:lnTo>
                    <a:lnTo>
                      <a:pt x="19" y="2420"/>
                    </a:lnTo>
                    <a:lnTo>
                      <a:pt x="7" y="2453"/>
                    </a:lnTo>
                    <a:lnTo>
                      <a:pt x="2" y="2483"/>
                    </a:lnTo>
                    <a:lnTo>
                      <a:pt x="0" y="2512"/>
                    </a:lnTo>
                    <a:lnTo>
                      <a:pt x="4" y="2540"/>
                    </a:lnTo>
                    <a:lnTo>
                      <a:pt x="13" y="2572"/>
                    </a:lnTo>
                    <a:lnTo>
                      <a:pt x="23" y="2593"/>
                    </a:lnTo>
                    <a:lnTo>
                      <a:pt x="35" y="2613"/>
                    </a:lnTo>
                    <a:lnTo>
                      <a:pt x="53" y="2635"/>
                    </a:lnTo>
                    <a:lnTo>
                      <a:pt x="68" y="2648"/>
                    </a:lnTo>
                    <a:lnTo>
                      <a:pt x="83" y="2658"/>
                    </a:lnTo>
                    <a:lnTo>
                      <a:pt x="98" y="2668"/>
                    </a:lnTo>
                    <a:lnTo>
                      <a:pt x="112" y="2676"/>
                    </a:lnTo>
                    <a:lnTo>
                      <a:pt x="137" y="2684"/>
                    </a:lnTo>
                    <a:lnTo>
                      <a:pt x="152" y="2687"/>
                    </a:lnTo>
                    <a:lnTo>
                      <a:pt x="174" y="2688"/>
                    </a:lnTo>
                    <a:lnTo>
                      <a:pt x="199" y="2688"/>
                    </a:lnTo>
                    <a:lnTo>
                      <a:pt x="225" y="2683"/>
                    </a:lnTo>
                    <a:lnTo>
                      <a:pt x="248" y="2677"/>
                    </a:lnTo>
                    <a:lnTo>
                      <a:pt x="269" y="2667"/>
                    </a:lnTo>
                    <a:lnTo>
                      <a:pt x="289" y="2654"/>
                    </a:lnTo>
                    <a:lnTo>
                      <a:pt x="306" y="2639"/>
                    </a:lnTo>
                    <a:lnTo>
                      <a:pt x="321" y="2622"/>
                    </a:lnTo>
                    <a:lnTo>
                      <a:pt x="333" y="2605"/>
                    </a:lnTo>
                    <a:lnTo>
                      <a:pt x="335" y="2605"/>
                    </a:lnTo>
                    <a:lnTo>
                      <a:pt x="333" y="2605"/>
                    </a:lnTo>
                    <a:lnTo>
                      <a:pt x="344" y="2586"/>
                    </a:lnTo>
                    <a:lnTo>
                      <a:pt x="356" y="2562"/>
                    </a:lnTo>
                    <a:lnTo>
                      <a:pt x="361" y="2543"/>
                    </a:lnTo>
                    <a:lnTo>
                      <a:pt x="365" y="2518"/>
                    </a:lnTo>
                    <a:lnTo>
                      <a:pt x="366" y="2496"/>
                    </a:lnTo>
                    <a:lnTo>
                      <a:pt x="365" y="2472"/>
                    </a:lnTo>
                    <a:lnTo>
                      <a:pt x="359" y="2450"/>
                    </a:lnTo>
                    <a:lnTo>
                      <a:pt x="352" y="2432"/>
                    </a:lnTo>
                    <a:lnTo>
                      <a:pt x="343" y="2411"/>
                    </a:lnTo>
                    <a:lnTo>
                      <a:pt x="329" y="2394"/>
                    </a:lnTo>
                  </a:path>
                </a:pathLst>
              </a:custGeom>
              <a:solidFill>
                <a:srgbClr val="FFFFF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2" name="Freeform 42">
                <a:extLst>
                  <a:ext uri="{FF2B5EF4-FFF2-40B4-BE49-F238E27FC236}">
                    <a16:creationId xmlns:a16="http://schemas.microsoft.com/office/drawing/2014/main" id="{4D0B5D5C-4902-4900-9535-2821519464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1" y="1972"/>
                <a:ext cx="341" cy="1682"/>
              </a:xfrm>
              <a:custGeom>
                <a:avLst/>
                <a:gdLst>
                  <a:gd name="T0" fmla="*/ 102 w 341"/>
                  <a:gd name="T1" fmla="*/ 1591 h 1682"/>
                  <a:gd name="T2" fmla="*/ 339 w 341"/>
                  <a:gd name="T3" fmla="*/ 54 h 1682"/>
                  <a:gd name="T4" fmla="*/ 340 w 341"/>
                  <a:gd name="T5" fmla="*/ 45 h 1682"/>
                  <a:gd name="T6" fmla="*/ 340 w 341"/>
                  <a:gd name="T7" fmla="*/ 36 h 1682"/>
                  <a:gd name="T8" fmla="*/ 337 w 341"/>
                  <a:gd name="T9" fmla="*/ 28 h 1682"/>
                  <a:gd name="T10" fmla="*/ 334 w 341"/>
                  <a:gd name="T11" fmla="*/ 22 h 1682"/>
                  <a:gd name="T12" fmla="*/ 329 w 341"/>
                  <a:gd name="T13" fmla="*/ 15 h 1682"/>
                  <a:gd name="T14" fmla="*/ 321 w 341"/>
                  <a:gd name="T15" fmla="*/ 9 h 1682"/>
                  <a:gd name="T16" fmla="*/ 314 w 341"/>
                  <a:gd name="T17" fmla="*/ 4 h 1682"/>
                  <a:gd name="T18" fmla="*/ 308 w 341"/>
                  <a:gd name="T19" fmla="*/ 3 h 1682"/>
                  <a:gd name="T20" fmla="*/ 300 w 341"/>
                  <a:gd name="T21" fmla="*/ 0 h 1682"/>
                  <a:gd name="T22" fmla="*/ 292 w 341"/>
                  <a:gd name="T23" fmla="*/ 1 h 1682"/>
                  <a:gd name="T24" fmla="*/ 283 w 341"/>
                  <a:gd name="T25" fmla="*/ 3 h 1682"/>
                  <a:gd name="T26" fmla="*/ 275 w 341"/>
                  <a:gd name="T27" fmla="*/ 8 h 1682"/>
                  <a:gd name="T28" fmla="*/ 269 w 341"/>
                  <a:gd name="T29" fmla="*/ 14 h 1682"/>
                  <a:gd name="T30" fmla="*/ 263 w 341"/>
                  <a:gd name="T31" fmla="*/ 20 h 1682"/>
                  <a:gd name="T32" fmla="*/ 260 w 341"/>
                  <a:gd name="T33" fmla="*/ 27 h 1682"/>
                  <a:gd name="T34" fmla="*/ 259 w 341"/>
                  <a:gd name="T35" fmla="*/ 35 h 1682"/>
                  <a:gd name="T36" fmla="*/ 19 w 341"/>
                  <a:gd name="T37" fmla="*/ 1581 h 1682"/>
                  <a:gd name="T38" fmla="*/ 11 w 341"/>
                  <a:gd name="T39" fmla="*/ 1589 h 1682"/>
                  <a:gd name="T40" fmla="*/ 6 w 341"/>
                  <a:gd name="T41" fmla="*/ 1599 h 1682"/>
                  <a:gd name="T42" fmla="*/ 2 w 341"/>
                  <a:gd name="T43" fmla="*/ 1608 h 1682"/>
                  <a:gd name="T44" fmla="*/ 0 w 341"/>
                  <a:gd name="T45" fmla="*/ 1618 h 1682"/>
                  <a:gd name="T46" fmla="*/ 0 w 341"/>
                  <a:gd name="T47" fmla="*/ 1628 h 1682"/>
                  <a:gd name="T48" fmla="*/ 1 w 341"/>
                  <a:gd name="T49" fmla="*/ 1636 h 1682"/>
                  <a:gd name="T50" fmla="*/ 4 w 341"/>
                  <a:gd name="T51" fmla="*/ 1646 h 1682"/>
                  <a:gd name="T52" fmla="*/ 7 w 341"/>
                  <a:gd name="T53" fmla="*/ 1652 h 1682"/>
                  <a:gd name="T54" fmla="*/ 10 w 341"/>
                  <a:gd name="T55" fmla="*/ 1659 h 1682"/>
                  <a:gd name="T56" fmla="*/ 16 w 341"/>
                  <a:gd name="T57" fmla="*/ 1665 h 1682"/>
                  <a:gd name="T58" fmla="*/ 21 w 341"/>
                  <a:gd name="T59" fmla="*/ 1669 h 1682"/>
                  <a:gd name="T60" fmla="*/ 26 w 341"/>
                  <a:gd name="T61" fmla="*/ 1672 h 1682"/>
                  <a:gd name="T62" fmla="*/ 30 w 341"/>
                  <a:gd name="T63" fmla="*/ 1675 h 1682"/>
                  <a:gd name="T64" fmla="*/ 35 w 341"/>
                  <a:gd name="T65" fmla="*/ 1678 h 1682"/>
                  <a:gd name="T66" fmla="*/ 43 w 341"/>
                  <a:gd name="T67" fmla="*/ 1680 h 1682"/>
                  <a:gd name="T68" fmla="*/ 46 w 341"/>
                  <a:gd name="T69" fmla="*/ 1681 h 1682"/>
                  <a:gd name="T70" fmla="*/ 53 w 341"/>
                  <a:gd name="T71" fmla="*/ 1681 h 1682"/>
                  <a:gd name="T72" fmla="*/ 61 w 341"/>
                  <a:gd name="T73" fmla="*/ 1681 h 1682"/>
                  <a:gd name="T74" fmla="*/ 69 w 341"/>
                  <a:gd name="T75" fmla="*/ 1680 h 1682"/>
                  <a:gd name="T76" fmla="*/ 77 w 341"/>
                  <a:gd name="T77" fmla="*/ 1678 h 1682"/>
                  <a:gd name="T78" fmla="*/ 82 w 341"/>
                  <a:gd name="T79" fmla="*/ 1675 h 1682"/>
                  <a:gd name="T80" fmla="*/ 89 w 341"/>
                  <a:gd name="T81" fmla="*/ 1671 h 1682"/>
                  <a:gd name="T82" fmla="*/ 94 w 341"/>
                  <a:gd name="T83" fmla="*/ 1666 h 1682"/>
                  <a:gd name="T84" fmla="*/ 99 w 341"/>
                  <a:gd name="T85" fmla="*/ 1661 h 1682"/>
                  <a:gd name="T86" fmla="*/ 102 w 341"/>
                  <a:gd name="T87" fmla="*/ 1656 h 1682"/>
                  <a:gd name="T88" fmla="*/ 103 w 341"/>
                  <a:gd name="T89" fmla="*/ 1656 h 1682"/>
                  <a:gd name="T90" fmla="*/ 102 w 341"/>
                  <a:gd name="T91" fmla="*/ 1656 h 1682"/>
                  <a:gd name="T92" fmla="*/ 106 w 341"/>
                  <a:gd name="T93" fmla="*/ 1650 h 1682"/>
                  <a:gd name="T94" fmla="*/ 110 w 341"/>
                  <a:gd name="T95" fmla="*/ 1643 h 1682"/>
                  <a:gd name="T96" fmla="*/ 111 w 341"/>
                  <a:gd name="T97" fmla="*/ 1637 h 1682"/>
                  <a:gd name="T98" fmla="*/ 113 w 341"/>
                  <a:gd name="T99" fmla="*/ 1629 h 1682"/>
                  <a:gd name="T100" fmla="*/ 113 w 341"/>
                  <a:gd name="T101" fmla="*/ 1623 h 1682"/>
                  <a:gd name="T102" fmla="*/ 112 w 341"/>
                  <a:gd name="T103" fmla="*/ 1615 h 1682"/>
                  <a:gd name="T104" fmla="*/ 110 w 341"/>
                  <a:gd name="T105" fmla="*/ 1607 h 1682"/>
                  <a:gd name="T106" fmla="*/ 109 w 341"/>
                  <a:gd name="T107" fmla="*/ 1602 h 1682"/>
                  <a:gd name="T108" fmla="*/ 106 w 341"/>
                  <a:gd name="T109" fmla="*/ 1596 h 1682"/>
                  <a:gd name="T110" fmla="*/ 102 w 341"/>
                  <a:gd name="T111" fmla="*/ 1591 h 1682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341" h="1682">
                    <a:moveTo>
                      <a:pt x="102" y="1591"/>
                    </a:moveTo>
                    <a:lnTo>
                      <a:pt x="339" y="54"/>
                    </a:lnTo>
                    <a:lnTo>
                      <a:pt x="340" y="45"/>
                    </a:lnTo>
                    <a:lnTo>
                      <a:pt x="340" y="36"/>
                    </a:lnTo>
                    <a:lnTo>
                      <a:pt x="337" y="28"/>
                    </a:lnTo>
                    <a:lnTo>
                      <a:pt x="334" y="22"/>
                    </a:lnTo>
                    <a:lnTo>
                      <a:pt x="329" y="15"/>
                    </a:lnTo>
                    <a:lnTo>
                      <a:pt x="321" y="9"/>
                    </a:lnTo>
                    <a:lnTo>
                      <a:pt x="314" y="4"/>
                    </a:lnTo>
                    <a:lnTo>
                      <a:pt x="308" y="3"/>
                    </a:lnTo>
                    <a:lnTo>
                      <a:pt x="300" y="0"/>
                    </a:lnTo>
                    <a:lnTo>
                      <a:pt x="292" y="1"/>
                    </a:lnTo>
                    <a:lnTo>
                      <a:pt x="283" y="3"/>
                    </a:lnTo>
                    <a:lnTo>
                      <a:pt x="275" y="8"/>
                    </a:lnTo>
                    <a:lnTo>
                      <a:pt x="269" y="14"/>
                    </a:lnTo>
                    <a:lnTo>
                      <a:pt x="263" y="20"/>
                    </a:lnTo>
                    <a:lnTo>
                      <a:pt x="260" y="27"/>
                    </a:lnTo>
                    <a:lnTo>
                      <a:pt x="259" y="35"/>
                    </a:lnTo>
                    <a:lnTo>
                      <a:pt x="19" y="1581"/>
                    </a:lnTo>
                    <a:lnTo>
                      <a:pt x="11" y="1589"/>
                    </a:lnTo>
                    <a:lnTo>
                      <a:pt x="6" y="1599"/>
                    </a:lnTo>
                    <a:lnTo>
                      <a:pt x="2" y="1608"/>
                    </a:lnTo>
                    <a:lnTo>
                      <a:pt x="0" y="1618"/>
                    </a:lnTo>
                    <a:lnTo>
                      <a:pt x="0" y="1628"/>
                    </a:lnTo>
                    <a:lnTo>
                      <a:pt x="1" y="1636"/>
                    </a:lnTo>
                    <a:lnTo>
                      <a:pt x="4" y="1646"/>
                    </a:lnTo>
                    <a:lnTo>
                      <a:pt x="7" y="1652"/>
                    </a:lnTo>
                    <a:lnTo>
                      <a:pt x="10" y="1659"/>
                    </a:lnTo>
                    <a:lnTo>
                      <a:pt x="16" y="1665"/>
                    </a:lnTo>
                    <a:lnTo>
                      <a:pt x="21" y="1669"/>
                    </a:lnTo>
                    <a:lnTo>
                      <a:pt x="26" y="1672"/>
                    </a:lnTo>
                    <a:lnTo>
                      <a:pt x="30" y="1675"/>
                    </a:lnTo>
                    <a:lnTo>
                      <a:pt x="35" y="1678"/>
                    </a:lnTo>
                    <a:lnTo>
                      <a:pt x="43" y="1680"/>
                    </a:lnTo>
                    <a:lnTo>
                      <a:pt x="46" y="1681"/>
                    </a:lnTo>
                    <a:lnTo>
                      <a:pt x="53" y="1681"/>
                    </a:lnTo>
                    <a:lnTo>
                      <a:pt x="61" y="1681"/>
                    </a:lnTo>
                    <a:lnTo>
                      <a:pt x="69" y="1680"/>
                    </a:lnTo>
                    <a:lnTo>
                      <a:pt x="77" y="1678"/>
                    </a:lnTo>
                    <a:lnTo>
                      <a:pt x="82" y="1675"/>
                    </a:lnTo>
                    <a:lnTo>
                      <a:pt x="89" y="1671"/>
                    </a:lnTo>
                    <a:lnTo>
                      <a:pt x="94" y="1666"/>
                    </a:lnTo>
                    <a:lnTo>
                      <a:pt x="99" y="1661"/>
                    </a:lnTo>
                    <a:lnTo>
                      <a:pt x="102" y="1656"/>
                    </a:lnTo>
                    <a:lnTo>
                      <a:pt x="103" y="1656"/>
                    </a:lnTo>
                    <a:lnTo>
                      <a:pt x="102" y="1656"/>
                    </a:lnTo>
                    <a:lnTo>
                      <a:pt x="106" y="1650"/>
                    </a:lnTo>
                    <a:lnTo>
                      <a:pt x="110" y="1643"/>
                    </a:lnTo>
                    <a:lnTo>
                      <a:pt x="111" y="1637"/>
                    </a:lnTo>
                    <a:lnTo>
                      <a:pt x="113" y="1629"/>
                    </a:lnTo>
                    <a:lnTo>
                      <a:pt x="113" y="1623"/>
                    </a:lnTo>
                    <a:lnTo>
                      <a:pt x="112" y="1615"/>
                    </a:lnTo>
                    <a:lnTo>
                      <a:pt x="110" y="1607"/>
                    </a:lnTo>
                    <a:lnTo>
                      <a:pt x="109" y="1602"/>
                    </a:lnTo>
                    <a:lnTo>
                      <a:pt x="106" y="1596"/>
                    </a:lnTo>
                    <a:lnTo>
                      <a:pt x="102" y="1591"/>
                    </a:lnTo>
                  </a:path>
                </a:pathLst>
              </a:custGeom>
              <a:solidFill>
                <a:srgbClr val="FF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03" name="Group 43">
                <a:extLst>
                  <a:ext uri="{FF2B5EF4-FFF2-40B4-BE49-F238E27FC236}">
                    <a16:creationId xmlns:a16="http://schemas.microsoft.com/office/drawing/2014/main" id="{662397F5-A184-41D9-BF22-746DC61326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6" y="1590"/>
                <a:ext cx="441" cy="1704"/>
                <a:chOff x="796" y="1590"/>
                <a:chExt cx="441" cy="1704"/>
              </a:xfrm>
            </p:grpSpPr>
            <p:sp>
              <p:nvSpPr>
                <p:cNvPr id="8204" name="Line 44">
                  <a:extLst>
                    <a:ext uri="{FF2B5EF4-FFF2-40B4-BE49-F238E27FC236}">
                      <a16:creationId xmlns:a16="http://schemas.microsoft.com/office/drawing/2014/main" id="{24F1905B-D380-4D31-B644-F1651CF914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07" y="3255"/>
                  <a:ext cx="166" cy="3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05" name="Line 45">
                  <a:extLst>
                    <a:ext uri="{FF2B5EF4-FFF2-40B4-BE49-F238E27FC236}">
                      <a16:creationId xmlns:a16="http://schemas.microsoft.com/office/drawing/2014/main" id="{A1D4595A-7B48-4BA4-9540-7D94F10134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96" y="3160"/>
                  <a:ext cx="204" cy="4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06" name="Line 46">
                  <a:extLst>
                    <a:ext uri="{FF2B5EF4-FFF2-40B4-BE49-F238E27FC236}">
                      <a16:creationId xmlns:a16="http://schemas.microsoft.com/office/drawing/2014/main" id="{33E9487E-8B1A-4C59-8CF5-ACBAB05BB8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48" y="3097"/>
                  <a:ext cx="164" cy="3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07" name="Line 47">
                  <a:extLst>
                    <a:ext uri="{FF2B5EF4-FFF2-40B4-BE49-F238E27FC236}">
                      <a16:creationId xmlns:a16="http://schemas.microsoft.com/office/drawing/2014/main" id="{F31E932E-F45C-4451-804D-52242FD43E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22" y="3002"/>
                  <a:ext cx="206" cy="4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08" name="Line 48">
                  <a:extLst>
                    <a:ext uri="{FF2B5EF4-FFF2-40B4-BE49-F238E27FC236}">
                      <a16:creationId xmlns:a16="http://schemas.microsoft.com/office/drawing/2014/main" id="{7D004C77-64A7-4C1A-B770-F79B0E0233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59" y="2923"/>
                  <a:ext cx="166" cy="3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09" name="Line 49">
                  <a:extLst>
                    <a:ext uri="{FF2B5EF4-FFF2-40B4-BE49-F238E27FC236}">
                      <a16:creationId xmlns:a16="http://schemas.microsoft.com/office/drawing/2014/main" id="{F3672F22-2148-41E0-A2E7-46B4401D15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45" y="2828"/>
                  <a:ext cx="208" cy="4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0" name="Line 50">
                  <a:extLst>
                    <a:ext uri="{FF2B5EF4-FFF2-40B4-BE49-F238E27FC236}">
                      <a16:creationId xmlns:a16="http://schemas.microsoft.com/office/drawing/2014/main" id="{09F3F78D-1315-4B28-80F9-0929F2F5CC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900" y="2764"/>
                  <a:ext cx="163" cy="3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1" name="Line 51">
                  <a:extLst>
                    <a:ext uri="{FF2B5EF4-FFF2-40B4-BE49-F238E27FC236}">
                      <a16:creationId xmlns:a16="http://schemas.microsoft.com/office/drawing/2014/main" id="{C6B8F109-504E-4677-904B-AA9FB87105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68" y="2664"/>
                  <a:ext cx="207" cy="46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2" name="Line 52">
                  <a:extLst>
                    <a:ext uri="{FF2B5EF4-FFF2-40B4-BE49-F238E27FC236}">
                      <a16:creationId xmlns:a16="http://schemas.microsoft.com/office/drawing/2014/main" id="{EC23CB7C-EE49-4B58-9407-22ACFE3C6C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909" y="2591"/>
                  <a:ext cx="166" cy="3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3" name="Line 53">
                  <a:extLst>
                    <a:ext uri="{FF2B5EF4-FFF2-40B4-BE49-F238E27FC236}">
                      <a16:creationId xmlns:a16="http://schemas.microsoft.com/office/drawing/2014/main" id="{8AE42A9C-9068-4154-BA8F-3E8EEF5AD8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98" y="2495"/>
                  <a:ext cx="204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4" name="Line 54">
                  <a:extLst>
                    <a:ext uri="{FF2B5EF4-FFF2-40B4-BE49-F238E27FC236}">
                      <a16:creationId xmlns:a16="http://schemas.microsoft.com/office/drawing/2014/main" id="{E0BF666C-F0AC-411E-BFE1-95F9C05906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946" y="2431"/>
                  <a:ext cx="165" cy="3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5" name="Line 55">
                  <a:extLst>
                    <a:ext uri="{FF2B5EF4-FFF2-40B4-BE49-F238E27FC236}">
                      <a16:creationId xmlns:a16="http://schemas.microsoft.com/office/drawing/2014/main" id="{A7539F29-3615-4C22-BDE7-145FE85075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925" y="2336"/>
                  <a:ext cx="206" cy="4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6" name="Line 56">
                  <a:extLst>
                    <a:ext uri="{FF2B5EF4-FFF2-40B4-BE49-F238E27FC236}">
                      <a16:creationId xmlns:a16="http://schemas.microsoft.com/office/drawing/2014/main" id="{A5D26008-1830-4A5E-934E-16F555D767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954" y="2257"/>
                  <a:ext cx="167" cy="3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7" name="Line 57">
                  <a:extLst>
                    <a:ext uri="{FF2B5EF4-FFF2-40B4-BE49-F238E27FC236}">
                      <a16:creationId xmlns:a16="http://schemas.microsoft.com/office/drawing/2014/main" id="{4382C97A-A4B2-4111-BE8C-A82B9F595E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946" y="2168"/>
                  <a:ext cx="207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8" name="Line 58">
                  <a:extLst>
                    <a:ext uri="{FF2B5EF4-FFF2-40B4-BE49-F238E27FC236}">
                      <a16:creationId xmlns:a16="http://schemas.microsoft.com/office/drawing/2014/main" id="{ACADCDE9-8D6C-4801-B15C-F3FF6296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997" y="2099"/>
                  <a:ext cx="163" cy="3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9" name="Line 59">
                  <a:extLst>
                    <a:ext uri="{FF2B5EF4-FFF2-40B4-BE49-F238E27FC236}">
                      <a16:creationId xmlns:a16="http://schemas.microsoft.com/office/drawing/2014/main" id="{C206E2AD-9E4B-4825-AEDC-689CCCD662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979" y="2004"/>
                  <a:ext cx="206" cy="4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0" name="Line 60">
                  <a:extLst>
                    <a:ext uri="{FF2B5EF4-FFF2-40B4-BE49-F238E27FC236}">
                      <a16:creationId xmlns:a16="http://schemas.microsoft.com/office/drawing/2014/main" id="{95D46186-6FE7-404E-A0DD-B72290047A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007" y="1925"/>
                  <a:ext cx="164" cy="3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1" name="Line 61">
                  <a:extLst>
                    <a:ext uri="{FF2B5EF4-FFF2-40B4-BE49-F238E27FC236}">
                      <a16:creationId xmlns:a16="http://schemas.microsoft.com/office/drawing/2014/main" id="{CC8C45A1-F848-4111-95AB-287FB7A283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003" y="1830"/>
                  <a:ext cx="205" cy="4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2" name="Line 62">
                  <a:extLst>
                    <a:ext uri="{FF2B5EF4-FFF2-40B4-BE49-F238E27FC236}">
                      <a16:creationId xmlns:a16="http://schemas.microsoft.com/office/drawing/2014/main" id="{87EE20D0-860B-4570-AA02-F792AA86EE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038" y="1762"/>
                  <a:ext cx="163" cy="3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3" name="Line 63">
                  <a:extLst>
                    <a:ext uri="{FF2B5EF4-FFF2-40B4-BE49-F238E27FC236}">
                      <a16:creationId xmlns:a16="http://schemas.microsoft.com/office/drawing/2014/main" id="{987EAA83-1539-422D-B707-4E57AEB080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031" y="1672"/>
                  <a:ext cx="206" cy="4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4" name="Line 64">
                  <a:extLst>
                    <a:ext uri="{FF2B5EF4-FFF2-40B4-BE49-F238E27FC236}">
                      <a16:creationId xmlns:a16="http://schemas.microsoft.com/office/drawing/2014/main" id="{745C0693-8111-46D1-8F95-82EB12E1FE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057" y="1590"/>
                  <a:ext cx="164" cy="3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5" name="Picture 2">
            <a:extLst>
              <a:ext uri="{FF2B5EF4-FFF2-40B4-BE49-F238E27FC236}">
                <a16:creationId xmlns:a16="http://schemas.microsoft.com/office/drawing/2014/main" id="{3E311985-589E-4163-952C-766347C45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513" y="2095500"/>
            <a:ext cx="3149600" cy="312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6" name="Picture 3">
            <a:extLst>
              <a:ext uri="{FF2B5EF4-FFF2-40B4-BE49-F238E27FC236}">
                <a16:creationId xmlns:a16="http://schemas.microsoft.com/office/drawing/2014/main" id="{1349FA14-8C48-47E0-B2AB-8AF438CF4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0088" y="1736725"/>
            <a:ext cx="3654425" cy="383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FF0A46F4-28D5-48ED-A10B-928C9E06C609}"/>
              </a:ext>
            </a:extLst>
          </p:cNvPr>
          <p:cNvSpPr txBox="1">
            <a:spLocks/>
          </p:cNvSpPr>
          <p:nvPr/>
        </p:nvSpPr>
        <p:spPr bwMode="auto">
          <a:xfrm>
            <a:off x="515938" y="469900"/>
            <a:ext cx="6535737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anchor="b"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45553"/>
                </a:solidFill>
                <a:latin typeface="+mj-lt"/>
                <a:ea typeface="MS PGothic" pitchFamily="34" charset="-128"/>
                <a:cs typeface="ＭＳ Ｐゴシック" charset="0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-BR" sz="2500" kern="0" dirty="0">
                <a:ea typeface="+mj-ea"/>
              </a:rPr>
              <a:t>3. SECADORES</a:t>
            </a:r>
            <a:endParaRPr lang="en-US" sz="2500" kern="0" dirty="0">
              <a:ea typeface="+mj-ea"/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5E410012-0BCE-410D-91F4-107CD35E7B35}"/>
              </a:ext>
            </a:extLst>
          </p:cNvPr>
          <p:cNvSpPr txBox="1">
            <a:spLocks/>
          </p:cNvSpPr>
          <p:nvPr/>
        </p:nvSpPr>
        <p:spPr bwMode="auto">
          <a:xfrm>
            <a:off x="515938" y="469900"/>
            <a:ext cx="6535737" cy="11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anchor="b"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45553"/>
                </a:solidFill>
                <a:latin typeface="+mj-lt"/>
                <a:ea typeface="MS PGothic" pitchFamily="34" charset="-128"/>
                <a:cs typeface="ＭＳ Ｐゴシック" charset="0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-BR" sz="2500" kern="0" dirty="0">
                <a:ea typeface="+mj-ea"/>
              </a:rPr>
              <a:t>3. SECADORES</a:t>
            </a:r>
          </a:p>
          <a:p>
            <a:pPr>
              <a:defRPr/>
            </a:pPr>
            <a:endParaRPr lang="pt-BR" sz="2500" kern="0" dirty="0">
              <a:ea typeface="+mj-ea"/>
            </a:endParaRPr>
          </a:p>
          <a:p>
            <a:pPr>
              <a:defRPr/>
            </a:pPr>
            <a:r>
              <a:rPr lang="pt-BR" sz="2500" kern="0" dirty="0">
                <a:ea typeface="+mj-ea"/>
              </a:rPr>
              <a:t>a) Refrigeração</a:t>
            </a:r>
            <a:endParaRPr lang="en-US" sz="2500" kern="0" dirty="0">
              <a:ea typeface="+mj-ea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EAABF1A-37DF-4B6C-85FE-D7C4B03B8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1788" y="1498600"/>
            <a:ext cx="4551362" cy="4564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52B1E"/>
              </a:buClr>
              <a:buSzPct val="110000"/>
              <a:buFont typeface="Arial" pitchFamily="34" charset="0"/>
              <a:buChar char="•"/>
              <a:defRPr sz="2400">
                <a:solidFill>
                  <a:srgbClr val="545553"/>
                </a:solidFill>
                <a:latin typeface="+mn-lt"/>
                <a:ea typeface="ＭＳ Ｐゴシック" pitchFamily="34" charset="-128"/>
                <a:cs typeface="ＭＳ Ｐゴシック" charset="0"/>
              </a:defRPr>
            </a:lvl1pPr>
            <a:lvl2pPr marL="8001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55555"/>
              </a:buClr>
              <a:buFont typeface="Lucida Grande" charset="0"/>
              <a:buChar char="‑"/>
              <a:defRPr sz="2200"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2pPr>
            <a:lvl3pPr marL="120015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52B1E"/>
              </a:buClr>
              <a:buFont typeface="Wingdings" pitchFamily="2" charset="2"/>
              <a:buChar char="§"/>
              <a:defRPr sz="2000"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3pPr>
            <a:lvl4pPr marL="148590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55555"/>
              </a:buClr>
              <a:buFont typeface="Lucida Grande" charset="0"/>
              <a:buChar char="‑"/>
              <a:defRPr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4pPr>
            <a:lvl5pPr marL="182880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55555"/>
              </a:buClr>
              <a:buFont typeface="Lucida Grande" charset="0"/>
              <a:buChar char="»"/>
              <a:defRPr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pt-BR" sz="2000" b="0" dirty="0"/>
              <a:t>O ar perde capacidade de reter umidade quando sua temperatura é diminuída.</a:t>
            </a:r>
          </a:p>
          <a:p>
            <a:pPr>
              <a:defRPr/>
            </a:pPr>
            <a:r>
              <a:rPr lang="pt-BR" sz="2000" b="0" dirty="0"/>
              <a:t>O secador por refrigeração possui um circuito de refrigeração que diminui a temperatura do ar comprimido, baixando seu ponto de orvalho à 3 </a:t>
            </a:r>
            <a:r>
              <a:rPr lang="pt-BR" sz="2000" b="0" dirty="0" err="1"/>
              <a:t>ºC</a:t>
            </a:r>
            <a:r>
              <a:rPr lang="pt-BR" sz="2000" b="0" dirty="0"/>
              <a:t>.</a:t>
            </a:r>
          </a:p>
          <a:p>
            <a:pPr>
              <a:defRPr/>
            </a:pPr>
            <a:r>
              <a:rPr lang="pt-BR" sz="2000" b="0" dirty="0"/>
              <a:t>Mesmo principio de funcionamento do ar condicionado e da geladeira: o gás refrigerante circula em um circuito auxiliar absorvendo o calor do ar comprimido no circuito principal.</a:t>
            </a:r>
            <a:endParaRPr lang="pt-BR" sz="2200" b="0" dirty="0"/>
          </a:p>
          <a:p>
            <a:pPr>
              <a:defRPr/>
            </a:pPr>
            <a:endParaRPr lang="pt-BR" sz="2000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C33643A4-FC62-47BE-8D30-3F881AA07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363" y="2389188"/>
            <a:ext cx="3149600" cy="298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2">
            <a:extLst>
              <a:ext uri="{FF2B5EF4-FFF2-40B4-BE49-F238E27FC236}">
                <a16:creationId xmlns:a16="http://schemas.microsoft.com/office/drawing/2014/main" id="{5DE8C7B4-7F9C-4B59-8DD8-180E2C238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13" y="4586288"/>
            <a:ext cx="6970712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F945CE9-BF4D-48D9-86B9-1A60B46053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3813" y="2381250"/>
          <a:ext cx="2271712" cy="136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914400" imgH="431800" progId="Equation.3">
                  <p:embed/>
                </p:oleObj>
              </mc:Choice>
              <mc:Fallback>
                <p:oleObj name="Equação" r:id="rId3" imgW="914400" imgH="431800" progId="Equation.3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5F945CE9-BF4D-48D9-86B9-1A60B46053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3813" y="2381250"/>
                        <a:ext cx="2271712" cy="136366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ítulo 1">
            <a:extLst>
              <a:ext uri="{FF2B5EF4-FFF2-40B4-BE49-F238E27FC236}">
                <a16:creationId xmlns:a16="http://schemas.microsoft.com/office/drawing/2014/main" id="{DACC8879-19A7-476B-A2BD-F805F12C9C14}"/>
              </a:ext>
            </a:extLst>
          </p:cNvPr>
          <p:cNvSpPr txBox="1">
            <a:spLocks/>
          </p:cNvSpPr>
          <p:nvPr/>
        </p:nvSpPr>
        <p:spPr bwMode="auto">
          <a:xfrm>
            <a:off x="515938" y="469900"/>
            <a:ext cx="6535737" cy="11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anchor="b"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45553"/>
                </a:solidFill>
                <a:latin typeface="+mj-lt"/>
                <a:ea typeface="MS PGothic" pitchFamily="34" charset="-128"/>
                <a:cs typeface="ＭＳ Ｐゴシック" charset="0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-BR" sz="2500" kern="0" dirty="0">
                <a:ea typeface="+mj-ea"/>
              </a:rPr>
              <a:t>3. SECADORES</a:t>
            </a:r>
          </a:p>
          <a:p>
            <a:pPr>
              <a:defRPr/>
            </a:pPr>
            <a:endParaRPr lang="pt-BR" sz="2500" kern="0" dirty="0">
              <a:ea typeface="+mj-ea"/>
            </a:endParaRPr>
          </a:p>
          <a:p>
            <a:pPr>
              <a:defRPr/>
            </a:pPr>
            <a:r>
              <a:rPr lang="pt-BR" sz="2500" kern="0" dirty="0">
                <a:ea typeface="+mj-ea"/>
              </a:rPr>
              <a:t>a) Refrigeração</a:t>
            </a:r>
            <a:endParaRPr lang="en-US" sz="2500" kern="0" dirty="0">
              <a:ea typeface="+mj-ea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118B9AE-D2DC-46C2-A126-79F301A78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088" y="1816100"/>
            <a:ext cx="5694362" cy="277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52B1E"/>
              </a:buClr>
              <a:buSzPct val="110000"/>
              <a:buFont typeface="Arial" pitchFamily="34" charset="0"/>
              <a:buChar char="•"/>
              <a:defRPr sz="2400">
                <a:solidFill>
                  <a:srgbClr val="545553"/>
                </a:solidFill>
                <a:latin typeface="+mn-lt"/>
                <a:ea typeface="ＭＳ Ｐゴシック" pitchFamily="34" charset="-128"/>
                <a:cs typeface="ＭＳ Ｐゴシック" charset="0"/>
              </a:defRPr>
            </a:lvl1pPr>
            <a:lvl2pPr marL="8001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55555"/>
              </a:buClr>
              <a:buFont typeface="Lucida Grande" charset="0"/>
              <a:buChar char="‑"/>
              <a:defRPr sz="2200"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2pPr>
            <a:lvl3pPr marL="120015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52B1E"/>
              </a:buClr>
              <a:buFont typeface="Wingdings" pitchFamily="2" charset="2"/>
              <a:buChar char="§"/>
              <a:defRPr sz="2000"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3pPr>
            <a:lvl4pPr marL="148590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55555"/>
              </a:buClr>
              <a:buFont typeface="Lucida Grande" charset="0"/>
              <a:buChar char="‑"/>
              <a:defRPr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4pPr>
            <a:lvl5pPr marL="182880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55555"/>
              </a:buClr>
              <a:buFont typeface="Lucida Grande" charset="0"/>
              <a:buChar char="»"/>
              <a:defRPr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Arial" pitchFamily="34" charset="0"/>
              <a:buNone/>
              <a:defRPr/>
            </a:pPr>
            <a:r>
              <a:rPr lang="pt-BR" sz="2000" b="0" dirty="0"/>
              <a:t>	</a:t>
            </a:r>
            <a:r>
              <a:rPr lang="pt-BR" sz="1800" b="0" dirty="0"/>
              <a:t>Para selecionar o secador de refrigeração apropriado é necessário fazer a correção do valor da vazão para as condições  do caso.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pt-BR" sz="1800" b="0" dirty="0"/>
              <a:t>	Devemos substituir na fórmula ao lado os valores da vazão V e dos fatores de correção </a:t>
            </a:r>
            <a:r>
              <a:rPr lang="pt-BR" sz="1800" b="0" dirty="0" err="1"/>
              <a:t>Fp</a:t>
            </a:r>
            <a:r>
              <a:rPr lang="pt-BR" sz="1800" b="0" dirty="0"/>
              <a:t> e </a:t>
            </a:r>
            <a:r>
              <a:rPr lang="pt-BR" sz="1800" b="0" dirty="0" err="1"/>
              <a:t>Ft</a:t>
            </a:r>
            <a:r>
              <a:rPr lang="pt-BR" sz="1800" b="0" dirty="0"/>
              <a:t> para obtermos a vazão corrigida Vc.	</a:t>
            </a:r>
          </a:p>
          <a:p>
            <a:pPr marL="0" indent="0">
              <a:buFont typeface="Arial" pitchFamily="34" charset="0"/>
              <a:buNone/>
              <a:defRPr/>
            </a:pPr>
            <a:r>
              <a:rPr lang="pt-BR" sz="1800" b="0" dirty="0"/>
              <a:t>	Os fatores de correção para a temperatura e pressão do ar comprimido estão listados nas tabelas abaixo.</a:t>
            </a: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B4C4A00-8185-4600-8AB4-AC58EB441164}"/>
              </a:ext>
            </a:extLst>
          </p:cNvPr>
          <p:cNvSpPr txBox="1">
            <a:spLocks/>
          </p:cNvSpPr>
          <p:nvPr/>
        </p:nvSpPr>
        <p:spPr bwMode="auto">
          <a:xfrm>
            <a:off x="515938" y="469900"/>
            <a:ext cx="6535737" cy="11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anchor="b"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45553"/>
                </a:solidFill>
                <a:latin typeface="+mj-lt"/>
                <a:ea typeface="MS PGothic" pitchFamily="34" charset="-128"/>
                <a:cs typeface="ＭＳ Ｐゴシック" charset="0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-BR" sz="2500" kern="0" dirty="0">
                <a:ea typeface="+mj-ea"/>
              </a:rPr>
              <a:t>3. SECADORES</a:t>
            </a:r>
          </a:p>
          <a:p>
            <a:pPr>
              <a:defRPr/>
            </a:pPr>
            <a:endParaRPr lang="pt-BR" sz="2500" kern="0" dirty="0">
              <a:ea typeface="+mj-ea"/>
            </a:endParaRPr>
          </a:p>
          <a:p>
            <a:pPr>
              <a:defRPr/>
            </a:pPr>
            <a:r>
              <a:rPr lang="pt-BR" sz="2500" kern="0" dirty="0">
                <a:ea typeface="+mj-ea"/>
              </a:rPr>
              <a:t>b) Adsorção</a:t>
            </a:r>
            <a:endParaRPr lang="en-US" sz="2500" kern="0" dirty="0">
              <a:ea typeface="+mj-ea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9CECC9E-9118-4F5F-91D4-530665475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1249363"/>
            <a:ext cx="4344987" cy="5046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52B1E"/>
              </a:buClr>
              <a:buSzPct val="110000"/>
              <a:buFont typeface="Arial" pitchFamily="34" charset="0"/>
              <a:buChar char="•"/>
              <a:defRPr sz="2400">
                <a:solidFill>
                  <a:srgbClr val="545553"/>
                </a:solidFill>
                <a:latin typeface="+mn-lt"/>
                <a:ea typeface="ＭＳ Ｐゴシック" pitchFamily="34" charset="-128"/>
                <a:cs typeface="ＭＳ Ｐゴシック" charset="0"/>
              </a:defRPr>
            </a:lvl1pPr>
            <a:lvl2pPr marL="8001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55555"/>
              </a:buClr>
              <a:buFont typeface="Lucida Grande" charset="0"/>
              <a:buChar char="‑"/>
              <a:defRPr sz="2200"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2pPr>
            <a:lvl3pPr marL="120015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52B1E"/>
              </a:buClr>
              <a:buFont typeface="Wingdings" pitchFamily="2" charset="2"/>
              <a:buChar char="§"/>
              <a:defRPr sz="2000"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3pPr>
            <a:lvl4pPr marL="148590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55555"/>
              </a:buClr>
              <a:buFont typeface="Lucida Grande" charset="0"/>
              <a:buChar char="‑"/>
              <a:defRPr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4pPr>
            <a:lvl5pPr marL="182880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55555"/>
              </a:buClr>
              <a:buFont typeface="Lucida Grande" charset="0"/>
              <a:buChar char="»"/>
              <a:defRPr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defRPr/>
            </a:pPr>
            <a:r>
              <a:rPr lang="pt-BR" sz="1600" b="0" dirty="0"/>
              <a:t>Funciona pela ação de um elemento dessecante (alumina ativada) que “suga” a umidade do ar à medida que o mesmo flui através dela.</a:t>
            </a:r>
          </a:p>
          <a:p>
            <a:pPr algn="just">
              <a:defRPr/>
            </a:pPr>
            <a:r>
              <a:rPr lang="pt-BR" sz="1600" b="0" dirty="0"/>
              <a:t>Pode oferecer ponto de orvalho de -40 </a:t>
            </a:r>
            <a:r>
              <a:rPr lang="pt-BR" sz="1600" b="0" dirty="0" err="1"/>
              <a:t>ºC</a:t>
            </a:r>
            <a:r>
              <a:rPr lang="pt-BR" sz="1600" b="0" dirty="0"/>
              <a:t> à -70 </a:t>
            </a:r>
            <a:r>
              <a:rPr lang="pt-BR" sz="1600" b="0" dirty="0" err="1"/>
              <a:t>ºC</a:t>
            </a:r>
            <a:r>
              <a:rPr lang="pt-BR" sz="1600" b="0" dirty="0"/>
              <a:t>.</a:t>
            </a:r>
          </a:p>
          <a:p>
            <a:pPr algn="just">
              <a:defRPr/>
            </a:pPr>
            <a:r>
              <a:rPr lang="pt-BR" sz="1600" b="0" dirty="0"/>
              <a:t>Quando a alumina se encontra saturada existe a necessidade de a regenerarmos. Esta regeneração é o processo de retirada de umidade dela, deixando-a pronta para nova secagem.</a:t>
            </a:r>
          </a:p>
          <a:p>
            <a:pPr>
              <a:defRPr/>
            </a:pPr>
            <a:r>
              <a:rPr lang="pt-BR" sz="1600" b="0" dirty="0"/>
              <a:t>O EMS (Sistema de gerenciamento de energia) opcional reduz o consumo ao mesmo tempo em que mantém um ponto de orvalho constante, monitora o ponto de orvalho e estende o ciclo do secador, promovendo uma grande redução dos gastos de energia</a:t>
            </a:r>
          </a:p>
          <a:p>
            <a:pPr algn="just">
              <a:defRPr/>
            </a:pPr>
            <a:r>
              <a:rPr lang="pt-BR" sz="1600" dirty="0"/>
              <a:t>Possui filtro </a:t>
            </a:r>
            <a:r>
              <a:rPr lang="pt-BR" sz="1600" dirty="0" err="1"/>
              <a:t>pré</a:t>
            </a:r>
            <a:r>
              <a:rPr lang="pt-BR" sz="1600" dirty="0"/>
              <a:t> e filtro pós integrado!</a:t>
            </a:r>
            <a:endParaRPr lang="en-US" sz="1600" dirty="0"/>
          </a:p>
          <a:p>
            <a:pPr>
              <a:defRPr/>
            </a:pPr>
            <a:endParaRPr lang="pt-BR" sz="2000" dirty="0"/>
          </a:p>
          <a:p>
            <a:pPr>
              <a:defRPr/>
            </a:pPr>
            <a:endParaRPr lang="pt-BR" sz="2000" dirty="0"/>
          </a:p>
        </p:txBody>
      </p:sp>
      <p:pic>
        <p:nvPicPr>
          <p:cNvPr id="12292" name="Picture 3" descr="C:\Users\irfehf\Desktop\EH_l.jpg">
            <a:extLst>
              <a:ext uri="{FF2B5EF4-FFF2-40B4-BE49-F238E27FC236}">
                <a16:creationId xmlns:a16="http://schemas.microsoft.com/office/drawing/2014/main" id="{EE4D98BF-889E-4EB7-B556-1935C9FBC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363" y="1662113"/>
            <a:ext cx="3262312" cy="422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>
            <a:extLst>
              <a:ext uri="{FF2B5EF4-FFF2-40B4-BE49-F238E27FC236}">
                <a16:creationId xmlns:a16="http://schemas.microsoft.com/office/drawing/2014/main" id="{FC0B66FB-9F46-4882-9936-60E98D812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713" y="1662113"/>
            <a:ext cx="3962400" cy="435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0B192F2D-47A3-4A7A-AE4D-D397446A56C1}"/>
              </a:ext>
            </a:extLst>
          </p:cNvPr>
          <p:cNvSpPr txBox="1">
            <a:spLocks/>
          </p:cNvSpPr>
          <p:nvPr/>
        </p:nvSpPr>
        <p:spPr bwMode="auto">
          <a:xfrm>
            <a:off x="515938" y="469900"/>
            <a:ext cx="6535737" cy="11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anchor="b"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45553"/>
                </a:solidFill>
                <a:latin typeface="+mj-lt"/>
                <a:ea typeface="MS PGothic" pitchFamily="34" charset="-128"/>
                <a:cs typeface="ＭＳ Ｐゴシック" charset="0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-BR" sz="2500" kern="0" dirty="0">
                <a:ea typeface="+mj-ea"/>
              </a:rPr>
              <a:t>3. SECADORES</a:t>
            </a:r>
          </a:p>
          <a:p>
            <a:pPr>
              <a:defRPr/>
            </a:pPr>
            <a:endParaRPr lang="pt-BR" sz="2500" kern="0" dirty="0">
              <a:ea typeface="+mj-ea"/>
            </a:endParaRPr>
          </a:p>
          <a:p>
            <a:pPr>
              <a:defRPr/>
            </a:pPr>
            <a:r>
              <a:rPr lang="pt-BR" sz="2500" kern="0" dirty="0">
                <a:ea typeface="+mj-ea"/>
              </a:rPr>
              <a:t>b) Adsorção HL</a:t>
            </a:r>
            <a:endParaRPr lang="en-US" sz="2500" kern="0" dirty="0">
              <a:ea typeface="+mj-ea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C009BA7-22A0-40CF-9DFF-6CCA9E915B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638" y="1662113"/>
            <a:ext cx="3671887" cy="4592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52B1E"/>
              </a:buClr>
              <a:buSzPct val="110000"/>
              <a:buFont typeface="Arial" pitchFamily="34" charset="0"/>
              <a:buChar char="•"/>
              <a:defRPr sz="2400">
                <a:solidFill>
                  <a:srgbClr val="545553"/>
                </a:solidFill>
                <a:latin typeface="+mn-lt"/>
                <a:ea typeface="ＭＳ Ｐゴシック" pitchFamily="34" charset="-128"/>
                <a:cs typeface="ＭＳ Ｐゴシック" charset="0"/>
              </a:defRPr>
            </a:lvl1pPr>
            <a:lvl2pPr marL="8001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55555"/>
              </a:buClr>
              <a:buFont typeface="Lucida Grande" charset="0"/>
              <a:buChar char="‑"/>
              <a:defRPr sz="2200"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2pPr>
            <a:lvl3pPr marL="120015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52B1E"/>
              </a:buClr>
              <a:buFont typeface="Wingdings" pitchFamily="2" charset="2"/>
              <a:buChar char="§"/>
              <a:defRPr sz="2000"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3pPr>
            <a:lvl4pPr marL="148590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55555"/>
              </a:buClr>
              <a:buFont typeface="Lucida Grande" charset="0"/>
              <a:buChar char="‑"/>
              <a:defRPr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4pPr>
            <a:lvl5pPr marL="182880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55555"/>
              </a:buClr>
              <a:buFont typeface="Lucida Grande" charset="0"/>
              <a:buChar char="»"/>
              <a:defRPr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buFont typeface="Arial" pitchFamily="34" charset="0"/>
              <a:buNone/>
              <a:defRPr/>
            </a:pPr>
            <a:r>
              <a:rPr lang="pt-PT" sz="1600" dirty="0"/>
              <a:t>	</a:t>
            </a:r>
          </a:p>
          <a:p>
            <a:pPr marL="0" indent="0" algn="just">
              <a:buFont typeface="Arial" pitchFamily="34" charset="0"/>
              <a:buNone/>
              <a:defRPr/>
            </a:pPr>
            <a:r>
              <a:rPr lang="pt-PT" sz="1600" dirty="0"/>
              <a:t>	</a:t>
            </a:r>
            <a:r>
              <a:rPr lang="pt-PT" sz="1600" b="0" dirty="0"/>
              <a:t>A mais simples das três tecnologias, o secador de adsorção “heatless” desvia uma porção do ar comprimido seco para a torre  de regeneração. Este ar seco flui através da alumina e regenera o dessecante.</a:t>
            </a:r>
          </a:p>
          <a:p>
            <a:pPr marL="0" indent="0" algn="just">
              <a:buFont typeface="Arial" pitchFamily="34" charset="0"/>
              <a:buNone/>
              <a:defRPr/>
            </a:pPr>
            <a:r>
              <a:rPr lang="pt-PT" sz="1600" b="0" dirty="0"/>
              <a:t>	O ar de purga, agora saturado de umidade , é  liberado através de um silenciador para a atmosfera.</a:t>
            </a:r>
          </a:p>
          <a:p>
            <a:pPr marL="0" indent="0" algn="just">
              <a:buFont typeface="Arial" pitchFamily="34" charset="0"/>
              <a:buNone/>
              <a:defRPr/>
            </a:pPr>
            <a:r>
              <a:rPr lang="pt-PT" sz="1600" b="0" dirty="0"/>
              <a:t>	Apesar de possuir o mais baixo  investimento inicial, esta tecnologia pode ser mais cara de operar porque  requer que uma porção do ar comprimido seco seja desviado do sistema para regeneração do dessecante.</a:t>
            </a:r>
            <a:endParaRPr lang="pt-BR" sz="2000" dirty="0"/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9" name="Picture 3">
            <a:extLst>
              <a:ext uri="{FF2B5EF4-FFF2-40B4-BE49-F238E27FC236}">
                <a16:creationId xmlns:a16="http://schemas.microsoft.com/office/drawing/2014/main" id="{8F543038-15A4-4CAA-8B3D-AD7682A56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88" y="1801813"/>
            <a:ext cx="4140200" cy="419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B53E26AD-CEB6-4F00-9489-640A90B08C9F}"/>
              </a:ext>
            </a:extLst>
          </p:cNvPr>
          <p:cNvSpPr txBox="1">
            <a:spLocks/>
          </p:cNvSpPr>
          <p:nvPr/>
        </p:nvSpPr>
        <p:spPr bwMode="auto">
          <a:xfrm>
            <a:off x="515938" y="469900"/>
            <a:ext cx="6535737" cy="11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anchor="b"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45553"/>
                </a:solidFill>
                <a:latin typeface="+mj-lt"/>
                <a:ea typeface="MS PGothic" pitchFamily="34" charset="-128"/>
                <a:cs typeface="ＭＳ Ｐゴシック" charset="0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-BR" sz="2500" kern="0" dirty="0">
                <a:ea typeface="+mj-ea"/>
              </a:rPr>
              <a:t>3. SECADORES</a:t>
            </a:r>
          </a:p>
          <a:p>
            <a:pPr>
              <a:defRPr/>
            </a:pPr>
            <a:endParaRPr lang="pt-BR" sz="2500" kern="0" dirty="0">
              <a:ea typeface="+mj-ea"/>
            </a:endParaRPr>
          </a:p>
          <a:p>
            <a:pPr>
              <a:defRPr/>
            </a:pPr>
            <a:r>
              <a:rPr lang="pt-BR" sz="2500" kern="0" dirty="0">
                <a:ea typeface="+mj-ea"/>
              </a:rPr>
              <a:t>a) Adsorção EH</a:t>
            </a:r>
            <a:endParaRPr lang="en-US" sz="2500" kern="0" dirty="0">
              <a:ea typeface="+mj-ea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0C8052B-CFE0-471A-BD2B-F6E7142F5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1400" y="1406525"/>
            <a:ext cx="3932238" cy="4592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52B1E"/>
              </a:buClr>
              <a:buSzPct val="110000"/>
              <a:buFont typeface="Arial" pitchFamily="34" charset="0"/>
              <a:buChar char="•"/>
              <a:defRPr sz="2400">
                <a:solidFill>
                  <a:srgbClr val="545553"/>
                </a:solidFill>
                <a:latin typeface="+mn-lt"/>
                <a:ea typeface="ＭＳ Ｐゴシック" pitchFamily="34" charset="-128"/>
                <a:cs typeface="ＭＳ Ｐゴシック" charset="0"/>
              </a:defRPr>
            </a:lvl1pPr>
            <a:lvl2pPr marL="8001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55555"/>
              </a:buClr>
              <a:buFont typeface="Lucida Grande" charset="0"/>
              <a:buChar char="‑"/>
              <a:defRPr sz="2200"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2pPr>
            <a:lvl3pPr marL="120015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52B1E"/>
              </a:buClr>
              <a:buFont typeface="Wingdings" pitchFamily="2" charset="2"/>
              <a:buChar char="§"/>
              <a:defRPr sz="2000"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3pPr>
            <a:lvl4pPr marL="148590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55555"/>
              </a:buClr>
              <a:buFont typeface="Lucida Grande" charset="0"/>
              <a:buChar char="‑"/>
              <a:defRPr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4pPr>
            <a:lvl5pPr marL="182880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55555"/>
              </a:buClr>
              <a:buFont typeface="Lucida Grande" charset="0"/>
              <a:buChar char="»"/>
              <a:defRPr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buFont typeface="Arial" pitchFamily="34" charset="0"/>
              <a:buNone/>
              <a:defRPr/>
            </a:pPr>
            <a:r>
              <a:rPr lang="pt-PT" sz="1600" dirty="0"/>
              <a:t>	</a:t>
            </a:r>
          </a:p>
          <a:p>
            <a:pPr marL="0" indent="0" algn="just">
              <a:buFont typeface="Arial" pitchFamily="34" charset="0"/>
              <a:buNone/>
              <a:defRPr/>
            </a:pPr>
            <a:r>
              <a:rPr lang="pt-PT" sz="1600" dirty="0"/>
              <a:t>	</a:t>
            </a:r>
            <a:r>
              <a:rPr lang="pt-PT" sz="1600" b="0" dirty="0"/>
              <a:t>Estes secadores funcionam de forma semelhante aos secadores “Heatless”, com uma grande exceção:  O ar seco desviado do sistema passa primeiro através de um aquecedor de alta eficiência antes de entrar no tanque de regeneração.</a:t>
            </a:r>
          </a:p>
          <a:p>
            <a:pPr marL="0" indent="0" algn="just">
              <a:buFont typeface="Arial" pitchFamily="34" charset="0"/>
              <a:buNone/>
              <a:defRPr/>
            </a:pPr>
            <a:r>
              <a:rPr lang="pt-PT" sz="1600" b="0" dirty="0"/>
              <a:t>	Uma vez que este ar aquecido pode conter muito mais umidade do que ar não aquecido, apenas cerca de metade da quantidade de ar comprimido seco é necessária para a regeneração. </a:t>
            </a:r>
            <a:br>
              <a:rPr lang="pt-PT" sz="1600" b="0" dirty="0"/>
            </a:br>
            <a:r>
              <a:rPr lang="pt-PT" sz="1600" b="0" dirty="0"/>
              <a:t>	Embora a adição do aquecedor e componentes associados aumenta o investimento inicial, a menor quantidade de ar desviado implica em menores custos operacionais.</a:t>
            </a:r>
            <a:endParaRPr lang="pt-BR" sz="2000" b="0" dirty="0"/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40" name="Picture 4">
            <a:extLst>
              <a:ext uri="{FF2B5EF4-FFF2-40B4-BE49-F238E27FC236}">
                <a16:creationId xmlns:a16="http://schemas.microsoft.com/office/drawing/2014/main" id="{53384404-2667-443F-B584-4C06725AB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950" y="1697038"/>
            <a:ext cx="4041775" cy="454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2B67A0F3-027C-459C-A7E9-6BED0253F4BF}"/>
              </a:ext>
            </a:extLst>
          </p:cNvPr>
          <p:cNvSpPr txBox="1">
            <a:spLocks/>
          </p:cNvSpPr>
          <p:nvPr/>
        </p:nvSpPr>
        <p:spPr bwMode="auto">
          <a:xfrm>
            <a:off x="515938" y="469900"/>
            <a:ext cx="6535737" cy="11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anchor="b"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45553"/>
                </a:solidFill>
                <a:latin typeface="+mj-lt"/>
                <a:ea typeface="MS PGothic" pitchFamily="34" charset="-128"/>
                <a:cs typeface="ＭＳ Ｐゴシック" charset="0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-BR" sz="2500" kern="0" dirty="0">
                <a:ea typeface="+mj-ea"/>
              </a:rPr>
              <a:t>3. SECADORES</a:t>
            </a:r>
          </a:p>
          <a:p>
            <a:pPr>
              <a:defRPr/>
            </a:pPr>
            <a:endParaRPr lang="pt-BR" sz="2500" kern="0" dirty="0">
              <a:ea typeface="+mj-ea"/>
            </a:endParaRPr>
          </a:p>
          <a:p>
            <a:pPr>
              <a:defRPr/>
            </a:pPr>
            <a:r>
              <a:rPr lang="pt-BR" sz="2500" kern="0" dirty="0">
                <a:ea typeface="+mj-ea"/>
              </a:rPr>
              <a:t>a) Adsorção HB</a:t>
            </a:r>
            <a:endParaRPr lang="en-US" sz="2500" kern="0" dirty="0">
              <a:ea typeface="+mj-ea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0F9D68C-4A4D-4FCF-A40D-7CB50D9B3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1703388"/>
            <a:ext cx="4445000" cy="459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52B1E"/>
              </a:buClr>
              <a:buSzPct val="110000"/>
              <a:buFont typeface="Arial" pitchFamily="34" charset="0"/>
              <a:buChar char="•"/>
              <a:defRPr sz="2400">
                <a:solidFill>
                  <a:srgbClr val="545553"/>
                </a:solidFill>
                <a:latin typeface="+mn-lt"/>
                <a:ea typeface="ＭＳ Ｐゴシック" pitchFamily="34" charset="-128"/>
                <a:cs typeface="ＭＳ Ｐゴシック" charset="0"/>
              </a:defRPr>
            </a:lvl1pPr>
            <a:lvl2pPr marL="8001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55555"/>
              </a:buClr>
              <a:buFont typeface="Lucida Grande" charset="0"/>
              <a:buChar char="‑"/>
              <a:defRPr sz="2200"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2pPr>
            <a:lvl3pPr marL="120015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52B1E"/>
              </a:buClr>
              <a:buFont typeface="Wingdings" pitchFamily="2" charset="2"/>
              <a:buChar char="§"/>
              <a:defRPr sz="2000"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3pPr>
            <a:lvl4pPr marL="148590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55555"/>
              </a:buClr>
              <a:buFont typeface="Lucida Grande" charset="0"/>
              <a:buChar char="‑"/>
              <a:defRPr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4pPr>
            <a:lvl5pPr marL="182880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55555"/>
              </a:buClr>
              <a:buFont typeface="Lucida Grande" charset="0"/>
              <a:buChar char="»"/>
              <a:defRPr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buFont typeface="Arial" pitchFamily="34" charset="0"/>
              <a:buNone/>
              <a:defRPr/>
            </a:pPr>
            <a:r>
              <a:rPr lang="pt-PT" sz="1600" b="0" dirty="0"/>
              <a:t>	Este tipo de secador não desvia o ar comprimido seco do sistema para remover a humidade do dessecante na torre  de regeneração.</a:t>
            </a:r>
          </a:p>
          <a:p>
            <a:pPr marL="0" indent="0" algn="just">
              <a:buFont typeface="Arial" pitchFamily="34" charset="0"/>
              <a:buNone/>
              <a:defRPr/>
            </a:pPr>
            <a:r>
              <a:rPr lang="pt-PT" sz="1600" b="0" dirty="0"/>
              <a:t>	Ao invés disso ele utiliza o seu soprador (blower) centrífugo de alto desempenho para direcionar o ar ambiente através um aquecedor e, em seguida, através do tanque de regeneração. Dessa forma o ar aquecido soprado regenera o dessecante.</a:t>
            </a:r>
          </a:p>
          <a:p>
            <a:pPr marL="0" indent="0" algn="just">
              <a:buFont typeface="Arial" pitchFamily="34" charset="0"/>
              <a:buNone/>
              <a:defRPr/>
            </a:pPr>
            <a:r>
              <a:rPr lang="pt-PT" sz="1600" b="0" dirty="0"/>
              <a:t>	A Tecnologia do soprador aquecido requer um maior investimento inicial, mas sem o desvio de ar comprimido a para o sistema de regeneração, o secador HB oferece uma redução significativa nos custos peracionais em comparação com as outras duas tecnologias de secador dessecante.</a:t>
            </a:r>
            <a:endParaRPr lang="pt-BR" sz="2000" b="0" dirty="0"/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F7BBA7D1-DD5A-4069-87EF-0459E309AA48}"/>
              </a:ext>
            </a:extLst>
          </p:cNvPr>
          <p:cNvSpPr txBox="1">
            <a:spLocks/>
          </p:cNvSpPr>
          <p:nvPr/>
        </p:nvSpPr>
        <p:spPr bwMode="auto">
          <a:xfrm>
            <a:off x="515938" y="469900"/>
            <a:ext cx="6535737" cy="11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anchor="b"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45553"/>
                </a:solidFill>
                <a:latin typeface="+mj-lt"/>
                <a:ea typeface="MS PGothic" pitchFamily="34" charset="-128"/>
                <a:cs typeface="ＭＳ Ｐゴシック" charset="0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555555"/>
                </a:solidFill>
                <a:latin typeface="Arial" charset="0"/>
                <a:ea typeface="MS PGothic" pitchFamily="34" charset="-128"/>
                <a:cs typeface="ＭＳ Ｐゴシック" charset="0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pt-BR" sz="2500" kern="0" dirty="0">
                <a:ea typeface="+mj-ea"/>
              </a:rPr>
              <a:t>3. SECADORES</a:t>
            </a:r>
          </a:p>
          <a:p>
            <a:pPr>
              <a:defRPr/>
            </a:pPr>
            <a:endParaRPr lang="pt-BR" sz="2500" kern="0" dirty="0">
              <a:ea typeface="+mj-ea"/>
            </a:endParaRPr>
          </a:p>
          <a:p>
            <a:pPr>
              <a:defRPr/>
            </a:pPr>
            <a:r>
              <a:rPr lang="pt-BR" sz="2500" kern="0" dirty="0">
                <a:ea typeface="+mj-ea"/>
              </a:rPr>
              <a:t>b) Adsorção - Manutenção</a:t>
            </a:r>
            <a:endParaRPr lang="en-US" sz="2500" kern="0" dirty="0">
              <a:ea typeface="+mj-ea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B70814F-9191-492E-9CA1-7EE2DBC541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1457325"/>
            <a:ext cx="4344987" cy="4922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52B1E"/>
              </a:buClr>
              <a:buSzPct val="110000"/>
              <a:buFont typeface="Arial" pitchFamily="34" charset="0"/>
              <a:buChar char="•"/>
              <a:defRPr sz="2400">
                <a:solidFill>
                  <a:srgbClr val="545553"/>
                </a:solidFill>
                <a:latin typeface="+mn-lt"/>
                <a:ea typeface="ＭＳ Ｐゴシック" pitchFamily="34" charset="-128"/>
                <a:cs typeface="ＭＳ Ｐゴシック" charset="0"/>
              </a:defRPr>
            </a:lvl1pPr>
            <a:lvl2pPr marL="8001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55555"/>
              </a:buClr>
              <a:buFont typeface="Lucida Grande" charset="0"/>
              <a:buChar char="‑"/>
              <a:defRPr sz="2200"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2pPr>
            <a:lvl3pPr marL="120015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52B1E"/>
              </a:buClr>
              <a:buFont typeface="Wingdings" pitchFamily="2" charset="2"/>
              <a:buChar char="§"/>
              <a:defRPr sz="2000"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3pPr>
            <a:lvl4pPr marL="148590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55555"/>
              </a:buClr>
              <a:buFont typeface="Lucida Grande" charset="0"/>
              <a:buChar char="‑"/>
              <a:defRPr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4pPr>
            <a:lvl5pPr marL="182880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55555"/>
              </a:buClr>
              <a:buFont typeface="Lucida Grande" charset="0"/>
              <a:buChar char="»"/>
              <a:defRPr>
                <a:solidFill>
                  <a:srgbClr val="545553"/>
                </a:solidFill>
                <a:latin typeface="+mn-lt"/>
                <a:ea typeface="ＭＳ Ｐゴシック" pitchFamily="34" charset="-128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defRPr/>
            </a:pPr>
            <a:endParaRPr lang="pt-BR" sz="1800" b="0" dirty="0"/>
          </a:p>
          <a:p>
            <a:pPr marL="0" indent="0" algn="just">
              <a:buFont typeface="Arial" pitchFamily="34" charset="0"/>
              <a:buNone/>
              <a:defRPr/>
            </a:pPr>
            <a:r>
              <a:rPr lang="pt-BR" sz="1800" b="0" dirty="0"/>
              <a:t>Segue abaixo os principais consumíveis necessários aos secadores por adsorção e o período de troca recomendado:</a:t>
            </a:r>
          </a:p>
          <a:p>
            <a:pPr marL="0" indent="0" algn="just">
              <a:buFont typeface="Arial" pitchFamily="34" charset="0"/>
              <a:buNone/>
              <a:defRPr/>
            </a:pPr>
            <a:endParaRPr lang="pt-BR" sz="1800" b="0" dirty="0"/>
          </a:p>
          <a:p>
            <a:pPr algn="just">
              <a:defRPr/>
            </a:pPr>
            <a:r>
              <a:rPr lang="pt-BR" sz="1800" b="0" dirty="0"/>
              <a:t>Filtro </a:t>
            </a:r>
            <a:r>
              <a:rPr lang="pt-BR" sz="1800" b="0" dirty="0" err="1"/>
              <a:t>pré</a:t>
            </a:r>
            <a:r>
              <a:rPr lang="pt-BR" sz="1800" b="0" dirty="0"/>
              <a:t>: substituir o elemento a cada 6 meses;</a:t>
            </a:r>
          </a:p>
          <a:p>
            <a:pPr marL="0" indent="0" algn="just">
              <a:buFont typeface="Arial" pitchFamily="34" charset="0"/>
              <a:buNone/>
              <a:defRPr/>
            </a:pPr>
            <a:endParaRPr lang="pt-BR" sz="1800" b="0" dirty="0"/>
          </a:p>
          <a:p>
            <a:pPr algn="just">
              <a:defRPr/>
            </a:pPr>
            <a:r>
              <a:rPr lang="pt-BR" sz="1800" b="0" dirty="0"/>
              <a:t>Filtro pós: substituir o elemento a cada 6 meses;</a:t>
            </a:r>
          </a:p>
          <a:p>
            <a:pPr marL="0" indent="0" algn="just">
              <a:buFont typeface="Arial" pitchFamily="34" charset="0"/>
              <a:buNone/>
              <a:defRPr/>
            </a:pPr>
            <a:endParaRPr lang="pt-BR" sz="1800" b="0" dirty="0"/>
          </a:p>
          <a:p>
            <a:pPr algn="just">
              <a:defRPr/>
            </a:pPr>
            <a:r>
              <a:rPr lang="pt-BR" sz="1800" b="0" dirty="0"/>
              <a:t>Dessecante: Substituir toda a alumina da maquina a cada 5 anos.</a:t>
            </a:r>
          </a:p>
          <a:p>
            <a:pPr>
              <a:defRPr/>
            </a:pPr>
            <a:endParaRPr lang="pt-BR" sz="2000" dirty="0"/>
          </a:p>
          <a:p>
            <a:pPr>
              <a:defRPr/>
            </a:pPr>
            <a:endParaRPr lang="pt-BR" sz="2000" dirty="0"/>
          </a:p>
        </p:txBody>
      </p:sp>
      <p:pic>
        <p:nvPicPr>
          <p:cNvPr id="16388" name="Picture 3" descr="C:\Users\irfehf\Desktop\EH_l.jpg">
            <a:extLst>
              <a:ext uri="{FF2B5EF4-FFF2-40B4-BE49-F238E27FC236}">
                <a16:creationId xmlns:a16="http://schemas.microsoft.com/office/drawing/2014/main" id="{24740025-48FB-4904-9B19-4EA785333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363" y="1662113"/>
            <a:ext cx="3262312" cy="422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1" descr="ppt_end_ingersollrand.png">
            <a:extLst>
              <a:ext uri="{FF2B5EF4-FFF2-40B4-BE49-F238E27FC236}">
                <a16:creationId xmlns:a16="http://schemas.microsoft.com/office/drawing/2014/main" id="{F2A6DD72-BDCB-4CB9-8CD2-6E57A25BA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-1081088"/>
            <a:ext cx="9144000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2963AAE-2E0B-4DCB-91A7-934B986100E7}"/>
              </a:ext>
            </a:extLst>
          </p:cNvPr>
          <p:cNvSpPr txBox="1"/>
          <p:nvPr/>
        </p:nvSpPr>
        <p:spPr bwMode="auto">
          <a:xfrm>
            <a:off x="3254375" y="3454400"/>
            <a:ext cx="2633663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sz="4000" dirty="0"/>
              <a:t>Obrigado!</a:t>
            </a:r>
            <a:endParaRPr lang="en-US" sz="4000" dirty="0"/>
          </a:p>
        </p:txBody>
      </p:sp>
    </p:spTree>
  </p:cSld>
  <p:clrMapOvr>
    <a:masterClrMapping/>
  </p:clrMapOvr>
  <p:transition spd="med">
    <p:fade thruBlk="1"/>
  </p:transition>
</p:sld>
</file>

<file path=ppt/theme/theme1.xml><?xml version="1.0" encoding="utf-8"?>
<a:theme xmlns:a="http://schemas.openxmlformats.org/drawingml/2006/main" name="Template A">
  <a:themeElements>
    <a:clrScheme name="Custom 1">
      <a:dk1>
        <a:srgbClr val="555555"/>
      </a:dk1>
      <a:lt1>
        <a:sysClr val="window" lastClr="FFFFFF"/>
      </a:lt1>
      <a:dk2>
        <a:srgbClr val="555555"/>
      </a:dk2>
      <a:lt2>
        <a:srgbClr val="FFFFFF"/>
      </a:lt2>
      <a:accent1>
        <a:srgbClr val="D52B1E"/>
      </a:accent1>
      <a:accent2>
        <a:srgbClr val="00B9E4"/>
      </a:accent2>
      <a:accent3>
        <a:srgbClr val="BC9B6A"/>
      </a:accent3>
      <a:accent4>
        <a:srgbClr val="005288"/>
      </a:accent4>
      <a:accent5>
        <a:srgbClr val="DC5034"/>
      </a:accent5>
      <a:accent6>
        <a:srgbClr val="00A651"/>
      </a:accent6>
      <a:hlink>
        <a:srgbClr val="BABABA"/>
      </a:hlink>
      <a:folHlink>
        <a:srgbClr val="555555"/>
      </a:folHlink>
    </a:clrScheme>
    <a:fontScheme name="Template A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</a:defRPr>
        </a:defPPr>
      </a:lstStyle>
    </a:lnDef>
    <a:txDef>
      <a:spPr bwMode="auto"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  <a:ext uri="{FAA26D3D-D897-4be2-8F04-BA451C77F1D7}">
            <ma14:placeholderFlag xmlns:ma14="http://schemas.microsoft.com/office/mac/drawingml/2011/main" xmlns="" val="1"/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 dirty="0" smtClean="0"/>
        </a:defPPr>
      </a:lstStyle>
    </a:txDef>
  </a:objectDefaults>
  <a:extraClrSchemeLst>
    <a:extraClrScheme>
      <a:clrScheme name="Template 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 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A 8">
        <a:dk1>
          <a:srgbClr val="000000"/>
        </a:dk1>
        <a:lt1>
          <a:srgbClr val="FFFFFF"/>
        </a:lt1>
        <a:dk2>
          <a:srgbClr val="747678"/>
        </a:dk2>
        <a:lt2>
          <a:srgbClr val="808080"/>
        </a:lt2>
        <a:accent1>
          <a:srgbClr val="005293"/>
        </a:accent1>
        <a:accent2>
          <a:srgbClr val="00B9E4"/>
        </a:accent2>
        <a:accent3>
          <a:srgbClr val="FFFFFF"/>
        </a:accent3>
        <a:accent4>
          <a:srgbClr val="000000"/>
        </a:accent4>
        <a:accent5>
          <a:srgbClr val="AAB3C8"/>
        </a:accent5>
        <a:accent6>
          <a:srgbClr val="00A7CF"/>
        </a:accent6>
        <a:hlink>
          <a:srgbClr val="FCD900"/>
        </a:hlink>
        <a:folHlink>
          <a:srgbClr val="FF3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LongProperties xmlns="http://schemas.microsoft.com/office/2006/metadata/longProperties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853F11870EB748B59712425F81D3B5" ma:contentTypeVersion="17" ma:contentTypeDescription="Create a new document." ma:contentTypeScope="" ma:versionID="b1f6df93fc6b6b5eeba2ebb3996de97a">
  <xsd:schema xmlns:xsd="http://www.w3.org/2001/XMLSchema" xmlns:xs="http://www.w3.org/2001/XMLSchema" xmlns:p="http://schemas.microsoft.com/office/2006/metadata/properties" xmlns:ns2="0a24e995-bf81-4bf2-a38a-ede9d2f78a02" xmlns:ns3="2cd0ddb2-d080-4e0a-81bc-47ffdb5da25e" targetNamespace="http://schemas.microsoft.com/office/2006/metadata/properties" ma:root="true" ma:fieldsID="5f8164947077239d882252b689feeeaa" ns2:_="" ns3:_="">
    <xsd:import namespace="0a24e995-bf81-4bf2-a38a-ede9d2f78a02"/>
    <xsd:import namespace="2cd0ddb2-d080-4e0a-81bc-47ffdb5da25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24e995-bf81-4bf2-a38a-ede9d2f78a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5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35882af-6797-4a68-a631-f221e578d0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d0ddb2-d080-4e0a-81bc-47ffdb5da25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70dc3046-cc4e-4cbf-937d-2f35b7d39513}" ma:internalName="TaxCatchAll" ma:showField="CatchAllData" ma:web="2cd0ddb2-d080-4e0a-81bc-47ffdb5da25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6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a24e995-bf81-4bf2-a38a-ede9d2f78a02">
      <Terms xmlns="http://schemas.microsoft.com/office/infopath/2007/PartnerControls"/>
    </lcf76f155ced4ddcb4097134ff3c332f>
    <TaxCatchAll xmlns="2cd0ddb2-d080-4e0a-81bc-47ffdb5da25e" xsi:nil="true"/>
  </documentManagement>
</p:properties>
</file>

<file path=customXml/itemProps1.xml><?xml version="1.0" encoding="utf-8"?>
<ds:datastoreItem xmlns:ds="http://schemas.openxmlformats.org/officeDocument/2006/customXml" ds:itemID="{00A1ACDC-1B2B-4F7A-99A3-E04A4FEDDE5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9C854DC-CAA8-4D73-9222-3566F58BAF23}">
  <ds:schemaRefs>
    <ds:schemaRef ds:uri="http://schemas.microsoft.com/office/2006/metadata/longProperties"/>
  </ds:schemaRefs>
</ds:datastoreItem>
</file>

<file path=customXml/itemProps3.xml><?xml version="1.0" encoding="utf-8"?>
<ds:datastoreItem xmlns:ds="http://schemas.openxmlformats.org/officeDocument/2006/customXml" ds:itemID="{9D739F14-6FAA-4903-95D6-2A6F5D524D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24e995-bf81-4bf2-a38a-ede9d2f78a02"/>
    <ds:schemaRef ds:uri="2cd0ddb2-d080-4e0a-81bc-47ffdb5da2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371AC571-22AD-45CB-95CB-3C4176F67297}">
  <ds:schemaRefs>
    <ds:schemaRef ds:uri="http://schemas.microsoft.com/office/2006/metadata/properties"/>
    <ds:schemaRef ds:uri="http://schemas.microsoft.com/office/infopath/2007/PartnerControls"/>
    <ds:schemaRef ds:uri="0a24e995-bf81-4bf2-a38a-ede9d2f78a02"/>
    <ds:schemaRef ds:uri="2cd0ddb2-d080-4e0a-81bc-47ffdb5da25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15508</TotalTime>
  <Words>494</Words>
  <Application>Microsoft Office PowerPoint</Application>
  <PresentationFormat>On-screen Show (4:3)</PresentationFormat>
  <Paragraphs>88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Template A</vt:lpstr>
      <vt:lpstr>Secadores</vt:lpstr>
      <vt:lpstr>Sumário</vt:lpstr>
      <vt:lpstr>1. PONTO DE ORVALHO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Ingersoll Rand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Ingersoll Rand PowerPoint Template_Gray</dc:title>
  <dc:creator>Aditya Agarwal</dc:creator>
  <cp:keywords>Ingersoll Rand PowerPoint Template Gray</cp:keywords>
  <cp:lastModifiedBy>Santos, Renan</cp:lastModifiedBy>
  <cp:revision>871</cp:revision>
  <cp:lastPrinted>2005-10-18T13:26:44Z</cp:lastPrinted>
  <dcterms:created xsi:type="dcterms:W3CDTF">2001-06-01T18:18:43Z</dcterms:created>
  <dcterms:modified xsi:type="dcterms:W3CDTF">2023-07-11T11:23:22Z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randed Materials">
    <vt:lpwstr>26</vt:lpwstr>
  </property>
  <property fmtid="{D5CDD505-2E9C-101B-9397-08002B2CF9AE}" pid="3" name="Top-Level Category">
    <vt:lpwstr>Branded Materials</vt:lpwstr>
  </property>
  <property fmtid="{D5CDD505-2E9C-101B-9397-08002B2CF9AE}" pid="4" name="Brand">
    <vt:lpwstr>;#Ingersoll Rand;#</vt:lpwstr>
  </property>
  <property fmtid="{D5CDD505-2E9C-101B-9397-08002B2CF9AE}" pid="5" name="ContentTypeId">
    <vt:lpwstr>0x010100F9853F11870EB748B59712425F81D3B5</vt:lpwstr>
  </property>
  <property fmtid="{D5CDD505-2E9C-101B-9397-08002B2CF9AE}" pid="6" name="Order">
    <vt:r8>39400</vt:r8>
  </property>
</Properties>
</file>