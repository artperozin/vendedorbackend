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0" r:id="rId2"/>
  </p:sldIdLst>
  <p:sldSz cx="7556500" cy="10693400"/>
  <p:notesSz cx="6797675" cy="9925050"/>
  <p:embeddedFontLst>
    <p:embeddedFont>
      <p:font typeface="Montserrat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322" autoAdjust="0"/>
  </p:normalViewPr>
  <p:slideViewPr>
    <p:cSldViewPr>
      <p:cViewPr varScale="1">
        <p:scale>
          <a:sx n="50" d="100"/>
          <a:sy n="50" d="100"/>
        </p:scale>
        <p:origin x="2635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53" d="100"/>
          <a:sy n="53" d="100"/>
        </p:scale>
        <p:origin x="25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8AE6E75-3963-358C-A73B-9402468FF9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2F854B-2621-EBBB-CE73-09A4CE0E5B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78E1D-67DD-4E8C-88DC-F4D6FD930920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6E5410-A1BE-B047-3F91-1BA665B98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48F886-C3DA-2757-9543-221935C257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BC10D-DFA5-4BF4-A947-533D8B255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0954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86573-8530-45A5-A38F-2574AED3FDB8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9838"/>
            <a:ext cx="236537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51DBA-812A-4523-B99E-697B9AE51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58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BF51-9047-4BAA-EA18-8BB67EBCE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D7679F1-4AB1-ACA6-7188-DF59E5285C63}"/>
              </a:ext>
            </a:extLst>
          </p:cNvPr>
          <p:cNvSpPr txBox="1"/>
          <p:nvPr/>
        </p:nvSpPr>
        <p:spPr>
          <a:xfrm>
            <a:off x="-4071815" y="379283"/>
            <a:ext cx="7751150" cy="10997514"/>
          </a:xfrm>
          <a:prstGeom prst="rect">
            <a:avLst/>
          </a:prstGeom>
        </p:spPr>
        <p:txBody>
          <a:bodyPr lIns="37493" tIns="37493" rIns="37493" bIns="37493" rtlCol="0" anchor="ctr"/>
          <a:lstStyle/>
          <a:p>
            <a:pPr algn="ctr">
              <a:lnSpc>
                <a:spcPts val="1963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4071BEE-C36D-AF0A-589C-D5DC2041D0B9}"/>
              </a:ext>
            </a:extLst>
          </p:cNvPr>
          <p:cNvSpPr txBox="1"/>
          <p:nvPr/>
        </p:nvSpPr>
        <p:spPr>
          <a:xfrm>
            <a:off x="494992" y="1304366"/>
            <a:ext cx="5220922" cy="367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sz="2200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EFICIÊNCIA ENERGÉTICA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EDB80B-063C-7B50-CE51-4CBD906A2D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02"/>
            <a:ext cx="7464673" cy="859247"/>
          </a:xfrm>
          <a:prstGeom prst="rect">
            <a:avLst/>
          </a:prstGeom>
        </p:spPr>
      </p:pic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135CD188-EDCB-61F3-6A77-D3088E4F5E28}"/>
              </a:ext>
            </a:extLst>
          </p:cNvPr>
          <p:cNvCxnSpPr/>
          <p:nvPr/>
        </p:nvCxnSpPr>
        <p:spPr>
          <a:xfrm>
            <a:off x="-83563" y="104521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5E78A67A-0868-C4F2-94B6-11272867FE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034" y="10017894"/>
            <a:ext cx="1493171" cy="56898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C730484-ADB9-BC15-3C8D-0067C33E8B37}"/>
              </a:ext>
            </a:extLst>
          </p:cNvPr>
          <p:cNvSpPr txBox="1"/>
          <p:nvPr/>
        </p:nvSpPr>
        <p:spPr>
          <a:xfrm>
            <a:off x="370717" y="1713373"/>
            <a:ext cx="6788458" cy="1169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Projeto que envolve trabalho de medição, identificação e eliminação de vazamentos, racionalização do consumo de ar nos processos e correções.</a:t>
            </a:r>
          </a:p>
          <a:p>
            <a:pPr algn="just">
              <a:lnSpc>
                <a:spcPct val="150000"/>
              </a:lnSpc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Ou seja, toda a trajetória do ar comprimido tem que ser racionalizada e corrigida constantemente, mantendo os ganhos ao longo da nossa parceria.</a:t>
            </a:r>
            <a:endParaRPr lang="pt-BR" sz="12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C396D001-6369-29D5-E857-8C6E0EA66B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74" r="3911" b="3799"/>
          <a:stretch>
            <a:fillRect/>
          </a:stretch>
        </p:blipFill>
        <p:spPr>
          <a:xfrm>
            <a:off x="3118322" y="4578808"/>
            <a:ext cx="4421668" cy="2057400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622545FB-3467-6BB0-8103-4A1D145A6AC7}"/>
              </a:ext>
            </a:extLst>
          </p:cNvPr>
          <p:cNvSpPr txBox="1"/>
          <p:nvPr/>
        </p:nvSpPr>
        <p:spPr>
          <a:xfrm>
            <a:off x="432544" y="2945112"/>
            <a:ext cx="5220922" cy="367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Você sabia?!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019BB65-91E4-DD90-FFE7-1CED624DFEF8}"/>
              </a:ext>
            </a:extLst>
          </p:cNvPr>
          <p:cNvSpPr txBox="1"/>
          <p:nvPr/>
        </p:nvSpPr>
        <p:spPr>
          <a:xfrm>
            <a:off x="370717" y="3277495"/>
            <a:ext cx="6760518" cy="1169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Vazamentos de ar representam muitas vezes </a:t>
            </a:r>
            <a:r>
              <a:rPr lang="pt-BR" sz="1200" b="1" u="sng">
                <a:latin typeface="Montserrat" panose="00000500000000000000" pitchFamily="2" charset="0"/>
                <a:cs typeface="Arial" panose="020B0604020202020204" pitchFamily="34" charset="0"/>
              </a:rPr>
              <a:t>30% de desperdício</a:t>
            </a: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 de ar comprimido.</a:t>
            </a:r>
          </a:p>
          <a:p>
            <a:pPr>
              <a:lnSpc>
                <a:spcPct val="150000"/>
              </a:lnSpc>
            </a:pPr>
            <a:endParaRPr lang="pt-BR" sz="120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Sem mencionar com o aumento do gasto com o reajuste da pressão que é utilizado para suprir os vazamentos.</a:t>
            </a:r>
            <a:endParaRPr lang="pt-BR" sz="12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BFD8CFC-6401-1C4B-601C-D214BD49E9AF}"/>
              </a:ext>
            </a:extLst>
          </p:cNvPr>
          <p:cNvSpPr txBox="1"/>
          <p:nvPr/>
        </p:nvSpPr>
        <p:spPr>
          <a:xfrm>
            <a:off x="3746500" y="4264884"/>
            <a:ext cx="6009374" cy="447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80"/>
              </a:lnSpc>
            </a:pPr>
            <a:r>
              <a:rPr lang="en-US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BENEFÍCIOS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CFE4DEFB-7276-D659-6757-C7DD7AF8A5B9}"/>
              </a:ext>
            </a:extLst>
          </p:cNvPr>
          <p:cNvCxnSpPr/>
          <p:nvPr/>
        </p:nvCxnSpPr>
        <p:spPr>
          <a:xfrm>
            <a:off x="3778250" y="4712442"/>
            <a:ext cx="16190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Group 13">
            <a:extLst>
              <a:ext uri="{FF2B5EF4-FFF2-40B4-BE49-F238E27FC236}">
                <a16:creationId xmlns:a16="http://schemas.microsoft.com/office/drawing/2014/main" id="{682C95BB-C6B2-F793-FD25-AD64AD721291}"/>
              </a:ext>
            </a:extLst>
          </p:cNvPr>
          <p:cNvGrpSpPr/>
          <p:nvPr/>
        </p:nvGrpSpPr>
        <p:grpSpPr>
          <a:xfrm>
            <a:off x="460136" y="6549204"/>
            <a:ext cx="374337" cy="187168"/>
            <a:chOff x="0" y="0"/>
            <a:chExt cx="812800" cy="406400"/>
          </a:xfrm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F241F5E4-D026-81CF-E90F-397DACC01FB5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F158FFF6-7D4F-0C10-4E3C-2CC0E6F2D62D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30" name="TextBox 14">
            <a:extLst>
              <a:ext uri="{FF2B5EF4-FFF2-40B4-BE49-F238E27FC236}">
                <a16:creationId xmlns:a16="http://schemas.microsoft.com/office/drawing/2014/main" id="{23F710E1-2C79-D7DC-DEE3-ACC792E278DC}"/>
              </a:ext>
            </a:extLst>
          </p:cNvPr>
          <p:cNvSpPr txBox="1"/>
          <p:nvPr/>
        </p:nvSpPr>
        <p:spPr>
          <a:xfrm>
            <a:off x="1050549" y="6458859"/>
            <a:ext cx="5220922" cy="367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PROCESSO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293B0AC3-2848-E5AC-4FAC-B200DBC5448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56"/>
          <a:stretch/>
        </p:blipFill>
        <p:spPr>
          <a:xfrm>
            <a:off x="460136" y="7010877"/>
            <a:ext cx="1381883" cy="20250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84C9C93D-FA26-2901-06D5-7A893BCD4A0A}"/>
              </a:ext>
            </a:extLst>
          </p:cNvPr>
          <p:cNvSpPr txBox="1"/>
          <p:nvPr/>
        </p:nvSpPr>
        <p:spPr>
          <a:xfrm>
            <a:off x="2016072" y="6836550"/>
            <a:ext cx="4945578" cy="338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Levantamento do consumo atual dos compressores;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 Medições com aparelhos calibrados e próprios para o ar comprimido;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 Ajuste de bandas de pressão;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 Controle de purgas;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 Identificação em campo dos vazamentos;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 Identificação em campo dos pontos de melhoria;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 Analise e consultoria de engenheiro </a:t>
            </a:r>
            <a:r>
              <a:rPr lang="pt-BR" sz="1200" i="1">
                <a:latin typeface="Montserrat" panose="00000500000000000000" pitchFamily="2" charset="0"/>
                <a:cs typeface="Arial" panose="020B0604020202020204" pitchFamily="34" charset="0"/>
              </a:rPr>
              <a:t>in loco;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 Apresentação com gráficos completos com pontos medidos a cada segundo;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 Estudos do ponto de uso do ar comprimido, para possíveis reduções na demanda do ar.</a:t>
            </a:r>
            <a:endParaRPr lang="pt-BR" sz="12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38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4288</TotalTime>
  <Words>176</Words>
  <Application>Microsoft Office PowerPoint</Application>
  <PresentationFormat>Personalizar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Calibri</vt:lpstr>
      <vt:lpstr>Arial</vt:lpstr>
      <vt:lpstr>Wingdings</vt:lpstr>
      <vt:lpstr>Aptos</vt:lpstr>
      <vt:lpstr>Montserrat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Linha -E</dc:title>
  <dc:creator>EvolucaoCompressores</dc:creator>
  <cp:lastModifiedBy>Kamille Silveira</cp:lastModifiedBy>
  <cp:revision>39</cp:revision>
  <cp:lastPrinted>2025-08-20T12:01:41Z</cp:lastPrinted>
  <dcterms:created xsi:type="dcterms:W3CDTF">2006-08-16T00:00:00Z</dcterms:created>
  <dcterms:modified xsi:type="dcterms:W3CDTF">2025-09-03T11:41:12Z</dcterms:modified>
  <dc:identifier>DAGwijnfSlk</dc:identifier>
</cp:coreProperties>
</file>