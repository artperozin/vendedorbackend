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0" r:id="rId2"/>
  </p:sldIdLst>
  <p:sldSz cx="7556500" cy="10693400"/>
  <p:notesSz cx="6797675" cy="9925050"/>
  <p:embeddedFontLst>
    <p:embeddedFont>
      <p:font typeface="Montserrat" panose="00000500000000000000" pitchFamily="2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322" autoAdjust="0"/>
  </p:normalViewPr>
  <p:slideViewPr>
    <p:cSldViewPr>
      <p:cViewPr>
        <p:scale>
          <a:sx n="70" d="100"/>
          <a:sy n="70" d="100"/>
        </p:scale>
        <p:origin x="216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53" d="100"/>
          <a:sy n="53" d="100"/>
        </p:scale>
        <p:origin x="25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8AE6E75-3963-358C-A73B-9402468FF9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2F854B-2621-EBBB-CE73-09A4CE0E5B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78E1D-67DD-4E8C-88DC-F4D6FD930920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6E5410-A1BE-B047-3F91-1BA665B980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148F886-C3DA-2757-9543-221935C257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BC10D-DFA5-4BF4-A947-533D8B255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0954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86573-8530-45A5-A38F-2574AED3FDB8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39838"/>
            <a:ext cx="236537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51DBA-812A-4523-B99E-697B9AE51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58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BF51-9047-4BAA-EA18-8BB67EBCE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2D7679F1-4AB1-ACA6-7188-DF59E5285C63}"/>
              </a:ext>
            </a:extLst>
          </p:cNvPr>
          <p:cNvSpPr txBox="1"/>
          <p:nvPr/>
        </p:nvSpPr>
        <p:spPr>
          <a:xfrm>
            <a:off x="-4071815" y="379283"/>
            <a:ext cx="7751150" cy="10997514"/>
          </a:xfrm>
          <a:prstGeom prst="rect">
            <a:avLst/>
          </a:prstGeom>
        </p:spPr>
        <p:txBody>
          <a:bodyPr lIns="37493" tIns="37493" rIns="37493" bIns="37493" rtlCol="0" anchor="ctr"/>
          <a:lstStyle/>
          <a:p>
            <a:pPr algn="ctr">
              <a:lnSpc>
                <a:spcPts val="1963"/>
              </a:lnSpc>
              <a:spcBef>
                <a:spcPct val="0"/>
              </a:spcBef>
            </a:pPr>
            <a:endParaRPr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4071BEE-C36D-AF0A-589C-D5DC2041D0B9}"/>
              </a:ext>
            </a:extLst>
          </p:cNvPr>
          <p:cNvSpPr txBox="1"/>
          <p:nvPr/>
        </p:nvSpPr>
        <p:spPr>
          <a:xfrm>
            <a:off x="494992" y="1082845"/>
            <a:ext cx="5220922" cy="367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US" sz="2200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INOVAÇÃO EM ATENDIMENTO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5EDB80B-063C-7B50-CE51-4CBD906A2D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02"/>
            <a:ext cx="7464673" cy="859247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9EB706F1-5B0E-6E5A-618F-F0EEAB87FB0E}"/>
              </a:ext>
            </a:extLst>
          </p:cNvPr>
          <p:cNvGrpSpPr/>
          <p:nvPr/>
        </p:nvGrpSpPr>
        <p:grpSpPr>
          <a:xfrm>
            <a:off x="494992" y="1865708"/>
            <a:ext cx="374337" cy="187168"/>
            <a:chOff x="0" y="0"/>
            <a:chExt cx="812800" cy="406400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DB72F3A8-2B3B-9ADE-7F9B-ECB36D185A7B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23492AB5-3EE4-D447-FE5F-20A6F1CC4057}"/>
                </a:ext>
              </a:extLst>
            </p:cNvPr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sp>
        <p:nvSpPr>
          <p:cNvPr id="25" name="TextBox 14">
            <a:extLst>
              <a:ext uri="{FF2B5EF4-FFF2-40B4-BE49-F238E27FC236}">
                <a16:creationId xmlns:a16="http://schemas.microsoft.com/office/drawing/2014/main" id="{986B6789-A460-28C2-743A-84D3C93C6811}"/>
              </a:ext>
            </a:extLst>
          </p:cNvPr>
          <p:cNvSpPr txBox="1"/>
          <p:nvPr/>
        </p:nvSpPr>
        <p:spPr>
          <a:xfrm>
            <a:off x="954165" y="1735438"/>
            <a:ext cx="4608974" cy="35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US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CENTRAL CONTROLLER</a:t>
            </a:r>
          </a:p>
        </p:txBody>
      </p: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135CD188-EDCB-61F3-6A77-D3088E4F5E28}"/>
              </a:ext>
            </a:extLst>
          </p:cNvPr>
          <p:cNvCxnSpPr/>
          <p:nvPr/>
        </p:nvCxnSpPr>
        <p:spPr>
          <a:xfrm>
            <a:off x="-83563" y="10452100"/>
            <a:ext cx="538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5E78A67A-0868-C4F2-94B6-11272867FE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034" y="10017894"/>
            <a:ext cx="1493171" cy="568980"/>
          </a:xfrm>
          <a:prstGeom prst="rect">
            <a:avLst/>
          </a:prstGeom>
        </p:spPr>
      </p:pic>
      <p:sp>
        <p:nvSpPr>
          <p:cNvPr id="15" name="object 2">
            <a:extLst>
              <a:ext uri="{FF2B5EF4-FFF2-40B4-BE49-F238E27FC236}">
                <a16:creationId xmlns:a16="http://schemas.microsoft.com/office/drawing/2014/main" id="{9E795765-F05C-EB0B-81DB-0B4E4794499D}"/>
              </a:ext>
            </a:extLst>
          </p:cNvPr>
          <p:cNvSpPr/>
          <p:nvPr/>
        </p:nvSpPr>
        <p:spPr>
          <a:xfrm>
            <a:off x="478482" y="2454092"/>
            <a:ext cx="2019646" cy="2019646"/>
          </a:xfrm>
          <a:custGeom>
            <a:avLst/>
            <a:gdLst/>
            <a:ahLst/>
            <a:cxnLst/>
            <a:rect l="l" t="t" r="r" b="b"/>
            <a:pathLst>
              <a:path w="5067300" h="5067300">
                <a:moveTo>
                  <a:pt x="2533523" y="0"/>
                </a:moveTo>
                <a:lnTo>
                  <a:pt x="0" y="2533522"/>
                </a:lnTo>
                <a:lnTo>
                  <a:pt x="2533523" y="5067033"/>
                </a:lnTo>
                <a:lnTo>
                  <a:pt x="5067046" y="2533522"/>
                </a:lnTo>
                <a:lnTo>
                  <a:pt x="2533523" y="0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9">
            <a:extLst>
              <a:ext uri="{FF2B5EF4-FFF2-40B4-BE49-F238E27FC236}">
                <a16:creationId xmlns:a16="http://schemas.microsoft.com/office/drawing/2014/main" id="{F56D0BEA-9A00-C8D3-E398-38AE2E7B89F4}"/>
              </a:ext>
            </a:extLst>
          </p:cNvPr>
          <p:cNvGrpSpPr/>
          <p:nvPr/>
        </p:nvGrpSpPr>
        <p:grpSpPr>
          <a:xfrm>
            <a:off x="799101" y="2626624"/>
            <a:ext cx="1408883" cy="1813260"/>
            <a:chOff x="1596478" y="2559951"/>
            <a:chExt cx="4519930" cy="5817235"/>
          </a:xfrm>
        </p:grpSpPr>
        <p:sp>
          <p:nvSpPr>
            <p:cNvPr id="17" name="object 20">
              <a:extLst>
                <a:ext uri="{FF2B5EF4-FFF2-40B4-BE49-F238E27FC236}">
                  <a16:creationId xmlns:a16="http://schemas.microsoft.com/office/drawing/2014/main" id="{C24E094A-F380-C604-9269-3F0E2E55B3A1}"/>
                </a:ext>
              </a:extLst>
            </p:cNvPr>
            <p:cNvSpPr/>
            <p:nvPr/>
          </p:nvSpPr>
          <p:spPr>
            <a:xfrm>
              <a:off x="1596478" y="3309607"/>
              <a:ext cx="4519498" cy="506703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1">
              <a:extLst>
                <a:ext uri="{FF2B5EF4-FFF2-40B4-BE49-F238E27FC236}">
                  <a16:creationId xmlns:a16="http://schemas.microsoft.com/office/drawing/2014/main" id="{3C011690-B4E7-F6C9-3411-1B939DFBD161}"/>
                </a:ext>
              </a:extLst>
            </p:cNvPr>
            <p:cNvSpPr/>
            <p:nvPr/>
          </p:nvSpPr>
          <p:spPr>
            <a:xfrm>
              <a:off x="1596478" y="2559951"/>
              <a:ext cx="4519498" cy="41329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294A51A-8F77-42EA-0ACD-35AC45D2BA13}"/>
              </a:ext>
            </a:extLst>
          </p:cNvPr>
          <p:cNvSpPr txBox="1"/>
          <p:nvPr/>
        </p:nvSpPr>
        <p:spPr>
          <a:xfrm>
            <a:off x="2617519" y="2626624"/>
            <a:ext cx="4829423" cy="167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20"/>
              </a:spcBef>
            </a:pPr>
            <a:r>
              <a:rPr lang="pt-BR" sz="1400">
                <a:latin typeface="Montserrat" panose="00000500000000000000" pitchFamily="2" charset="0"/>
                <a:cs typeface="Arial"/>
              </a:rPr>
              <a:t>Com o </a:t>
            </a:r>
            <a:r>
              <a:rPr lang="pt-BR" sz="1400" b="1">
                <a:latin typeface="Montserrat" panose="00000500000000000000" pitchFamily="2" charset="0"/>
                <a:cs typeface="Arial"/>
              </a:rPr>
              <a:t>Central Controller </a:t>
            </a:r>
            <a:r>
              <a:rPr lang="pt-BR" sz="1400">
                <a:latin typeface="Montserrat" panose="00000500000000000000" pitchFamily="2" charset="0"/>
                <a:cs typeface="Arial"/>
              </a:rPr>
              <a:t>você capacita sua equipe, deixa de gastar com técnicos terceirizados, evita longos períodos de deslocamento e faz com que o equipamento retorne a operação o mais rápido possível.</a:t>
            </a:r>
            <a:endParaRPr lang="pt-BR" sz="1400" dirty="0">
              <a:latin typeface="Montserrat" panose="00000500000000000000" pitchFamily="2" charset="0"/>
              <a:cs typeface="Arial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E87E5B1-4B66-6CAC-2433-FF494432E66D}"/>
              </a:ext>
            </a:extLst>
          </p:cNvPr>
          <p:cNvSpPr txBox="1"/>
          <p:nvPr/>
        </p:nvSpPr>
        <p:spPr>
          <a:xfrm>
            <a:off x="404656" y="4854196"/>
            <a:ext cx="4608974" cy="1348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95"/>
              </a:spcBef>
            </a:pPr>
            <a:r>
              <a:rPr lang="pt-BR" sz="1400" b="1">
                <a:latin typeface="Montserrat" panose="00000500000000000000" pitchFamily="2" charset="0"/>
                <a:cs typeface="Arial"/>
              </a:rPr>
              <a:t>Nosso time </a:t>
            </a:r>
            <a:r>
              <a:rPr lang="pt-BR" sz="1400">
                <a:latin typeface="Montserrat" panose="00000500000000000000" pitchFamily="2" charset="0"/>
                <a:cs typeface="Arial"/>
              </a:rPr>
              <a:t>de  especialistas  acompanham  remotamente seu equipamento e qualquer  assistência técnica necessária, auxiliando em manutenções corretivas, preventivas.</a:t>
            </a:r>
            <a:endParaRPr lang="pt-BR" sz="1400" dirty="0">
              <a:latin typeface="Montserrat" panose="00000500000000000000" pitchFamily="2" charset="0"/>
              <a:cs typeface="Arial"/>
            </a:endParaRPr>
          </a:p>
        </p:txBody>
      </p:sp>
      <p:sp>
        <p:nvSpPr>
          <p:cNvPr id="39" name="object 2">
            <a:extLst>
              <a:ext uri="{FF2B5EF4-FFF2-40B4-BE49-F238E27FC236}">
                <a16:creationId xmlns:a16="http://schemas.microsoft.com/office/drawing/2014/main" id="{5517A8ED-C109-13A8-4073-7B7ACF42848D}"/>
              </a:ext>
            </a:extLst>
          </p:cNvPr>
          <p:cNvSpPr/>
          <p:nvPr/>
        </p:nvSpPr>
        <p:spPr>
          <a:xfrm>
            <a:off x="5298387" y="4171760"/>
            <a:ext cx="2019646" cy="2019646"/>
          </a:xfrm>
          <a:custGeom>
            <a:avLst/>
            <a:gdLst/>
            <a:ahLst/>
            <a:cxnLst/>
            <a:rect l="l" t="t" r="r" b="b"/>
            <a:pathLst>
              <a:path w="5067300" h="5067300">
                <a:moveTo>
                  <a:pt x="2533523" y="0"/>
                </a:moveTo>
                <a:lnTo>
                  <a:pt x="0" y="2533522"/>
                </a:lnTo>
                <a:lnTo>
                  <a:pt x="2533523" y="5067033"/>
                </a:lnTo>
                <a:lnTo>
                  <a:pt x="5067046" y="2533522"/>
                </a:lnTo>
                <a:lnTo>
                  <a:pt x="2533523" y="0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">
            <a:extLst>
              <a:ext uri="{FF2B5EF4-FFF2-40B4-BE49-F238E27FC236}">
                <a16:creationId xmlns:a16="http://schemas.microsoft.com/office/drawing/2014/main" id="{3BCBDB9C-A88E-9855-6676-F27BAF3068CD}"/>
              </a:ext>
            </a:extLst>
          </p:cNvPr>
          <p:cNvGrpSpPr/>
          <p:nvPr/>
        </p:nvGrpSpPr>
        <p:grpSpPr>
          <a:xfrm>
            <a:off x="5463202" y="4427718"/>
            <a:ext cx="1682003" cy="1698002"/>
            <a:chOff x="99123" y="5486260"/>
            <a:chExt cx="3942079" cy="4114165"/>
          </a:xfrm>
        </p:grpSpPr>
        <p:sp>
          <p:nvSpPr>
            <p:cNvPr id="43" name="object 5">
              <a:extLst>
                <a:ext uri="{FF2B5EF4-FFF2-40B4-BE49-F238E27FC236}">
                  <a16:creationId xmlns:a16="http://schemas.microsoft.com/office/drawing/2014/main" id="{64BA2E03-DF0E-A5C2-5226-6F815B5ED632}"/>
                </a:ext>
              </a:extLst>
            </p:cNvPr>
            <p:cNvSpPr/>
            <p:nvPr/>
          </p:nvSpPr>
          <p:spPr>
            <a:xfrm>
              <a:off x="99123" y="5718223"/>
              <a:ext cx="3882390" cy="3882390"/>
            </a:xfrm>
            <a:custGeom>
              <a:avLst/>
              <a:gdLst/>
              <a:ahLst/>
              <a:cxnLst/>
              <a:rect l="l" t="t" r="r" b="b"/>
              <a:pathLst>
                <a:path w="3882390" h="3882390">
                  <a:moveTo>
                    <a:pt x="1941004" y="0"/>
                  </a:moveTo>
                  <a:lnTo>
                    <a:pt x="0" y="1941004"/>
                  </a:lnTo>
                  <a:lnTo>
                    <a:pt x="1941004" y="3882009"/>
                  </a:lnTo>
                  <a:lnTo>
                    <a:pt x="3882009" y="1941004"/>
                  </a:lnTo>
                  <a:lnTo>
                    <a:pt x="1941004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6">
              <a:extLst>
                <a:ext uri="{FF2B5EF4-FFF2-40B4-BE49-F238E27FC236}">
                  <a16:creationId xmlns:a16="http://schemas.microsoft.com/office/drawing/2014/main" id="{4D588CCC-EDC9-C3BB-0222-37AB5AC4DDED}"/>
                </a:ext>
              </a:extLst>
            </p:cNvPr>
            <p:cNvSpPr/>
            <p:nvPr/>
          </p:nvSpPr>
          <p:spPr>
            <a:xfrm>
              <a:off x="914768" y="5718225"/>
              <a:ext cx="3066351" cy="38780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7">
              <a:extLst>
                <a:ext uri="{FF2B5EF4-FFF2-40B4-BE49-F238E27FC236}">
                  <a16:creationId xmlns:a16="http://schemas.microsoft.com/office/drawing/2014/main" id="{A19A82CD-3814-96D4-B152-FB7C5709409E}"/>
                </a:ext>
              </a:extLst>
            </p:cNvPr>
            <p:cNvSpPr/>
            <p:nvPr/>
          </p:nvSpPr>
          <p:spPr>
            <a:xfrm>
              <a:off x="914768" y="5486260"/>
              <a:ext cx="3125952" cy="379743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TextBox 14">
            <a:extLst>
              <a:ext uri="{FF2B5EF4-FFF2-40B4-BE49-F238E27FC236}">
                <a16:creationId xmlns:a16="http://schemas.microsoft.com/office/drawing/2014/main" id="{13FBB153-1791-B80D-E117-EAFC5050226D}"/>
              </a:ext>
            </a:extLst>
          </p:cNvPr>
          <p:cNvSpPr txBox="1"/>
          <p:nvPr/>
        </p:nvSpPr>
        <p:spPr>
          <a:xfrm>
            <a:off x="903628" y="6416496"/>
            <a:ext cx="4608974" cy="35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US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GARANTA SUA OPERAÇÃO:</a:t>
            </a:r>
          </a:p>
        </p:txBody>
      </p:sp>
      <p:grpSp>
        <p:nvGrpSpPr>
          <p:cNvPr id="52" name="Group 13">
            <a:extLst>
              <a:ext uri="{FF2B5EF4-FFF2-40B4-BE49-F238E27FC236}">
                <a16:creationId xmlns:a16="http://schemas.microsoft.com/office/drawing/2014/main" id="{59D83039-9DC3-115C-A493-B110CAB24D69}"/>
              </a:ext>
            </a:extLst>
          </p:cNvPr>
          <p:cNvGrpSpPr/>
          <p:nvPr/>
        </p:nvGrpSpPr>
        <p:grpSpPr>
          <a:xfrm>
            <a:off x="438711" y="6538094"/>
            <a:ext cx="374337" cy="187168"/>
            <a:chOff x="0" y="0"/>
            <a:chExt cx="812800" cy="406400"/>
          </a:xfrm>
        </p:grpSpPr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B445BFBC-2AA3-A01F-9268-49C66062FC36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54" name="TextBox 15">
              <a:extLst>
                <a:ext uri="{FF2B5EF4-FFF2-40B4-BE49-F238E27FC236}">
                  <a16:creationId xmlns:a16="http://schemas.microsoft.com/office/drawing/2014/main" id="{4B6088CD-61D5-5013-F3E7-610843EC60B0}"/>
                </a:ext>
              </a:extLst>
            </p:cNvPr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sp>
        <p:nvSpPr>
          <p:cNvPr id="55" name="object 3">
            <a:extLst>
              <a:ext uri="{FF2B5EF4-FFF2-40B4-BE49-F238E27FC236}">
                <a16:creationId xmlns:a16="http://schemas.microsoft.com/office/drawing/2014/main" id="{1223AC3E-673B-E400-79A6-C987024B16C5}"/>
              </a:ext>
            </a:extLst>
          </p:cNvPr>
          <p:cNvSpPr/>
          <p:nvPr/>
        </p:nvSpPr>
        <p:spPr>
          <a:xfrm>
            <a:off x="419517" y="6934550"/>
            <a:ext cx="375944" cy="297710"/>
          </a:xfrm>
          <a:custGeom>
            <a:avLst/>
            <a:gdLst/>
            <a:ahLst/>
            <a:cxnLst/>
            <a:rect l="l" t="t" r="r" b="b"/>
            <a:pathLst>
              <a:path w="564515" h="447039">
                <a:moveTo>
                  <a:pt x="197899" y="42222"/>
                </a:moveTo>
                <a:lnTo>
                  <a:pt x="196286" y="42718"/>
                </a:lnTo>
                <a:lnTo>
                  <a:pt x="195130" y="42984"/>
                </a:lnTo>
                <a:lnTo>
                  <a:pt x="194038" y="43429"/>
                </a:lnTo>
                <a:lnTo>
                  <a:pt x="146711" y="67835"/>
                </a:lnTo>
                <a:lnTo>
                  <a:pt x="107057" y="99883"/>
                </a:lnTo>
                <a:lnTo>
                  <a:pt x="75264" y="139651"/>
                </a:lnTo>
                <a:lnTo>
                  <a:pt x="51519" y="187218"/>
                </a:lnTo>
                <a:lnTo>
                  <a:pt x="34717" y="248686"/>
                </a:lnTo>
                <a:lnTo>
                  <a:pt x="32570" y="257246"/>
                </a:lnTo>
                <a:lnTo>
                  <a:pt x="30170" y="265234"/>
                </a:lnTo>
                <a:lnTo>
                  <a:pt x="20924" y="271838"/>
                </a:lnTo>
                <a:lnTo>
                  <a:pt x="19718" y="273667"/>
                </a:lnTo>
                <a:lnTo>
                  <a:pt x="18359" y="275229"/>
                </a:lnTo>
                <a:lnTo>
                  <a:pt x="4691" y="296868"/>
                </a:lnTo>
                <a:lnTo>
                  <a:pt x="0" y="319570"/>
                </a:lnTo>
                <a:lnTo>
                  <a:pt x="4288" y="342364"/>
                </a:lnTo>
                <a:lnTo>
                  <a:pt x="34990" y="381331"/>
                </a:lnTo>
                <a:lnTo>
                  <a:pt x="85266" y="410832"/>
                </a:lnTo>
                <a:lnTo>
                  <a:pt x="149237" y="431863"/>
                </a:lnTo>
                <a:lnTo>
                  <a:pt x="233672" y="444832"/>
                </a:lnTo>
                <a:lnTo>
                  <a:pt x="284841" y="446797"/>
                </a:lnTo>
                <a:lnTo>
                  <a:pt x="335999" y="444365"/>
                </a:lnTo>
                <a:lnTo>
                  <a:pt x="387129" y="437535"/>
                </a:lnTo>
                <a:lnTo>
                  <a:pt x="441348" y="424691"/>
                </a:lnTo>
                <a:lnTo>
                  <a:pt x="493110" y="404083"/>
                </a:lnTo>
                <a:lnTo>
                  <a:pt x="521620" y="386965"/>
                </a:lnTo>
                <a:lnTo>
                  <a:pt x="263338" y="386965"/>
                </a:lnTo>
                <a:lnTo>
                  <a:pt x="216305" y="382343"/>
                </a:lnTo>
                <a:lnTo>
                  <a:pt x="169993" y="372500"/>
                </a:lnTo>
                <a:lnTo>
                  <a:pt x="125112" y="357333"/>
                </a:lnTo>
                <a:lnTo>
                  <a:pt x="82374" y="336734"/>
                </a:lnTo>
                <a:lnTo>
                  <a:pt x="42489" y="310599"/>
                </a:lnTo>
                <a:lnTo>
                  <a:pt x="562719" y="310599"/>
                </a:lnTo>
                <a:lnTo>
                  <a:pt x="561855" y="303927"/>
                </a:lnTo>
                <a:lnTo>
                  <a:pt x="553435" y="285884"/>
                </a:lnTo>
                <a:lnTo>
                  <a:pt x="549591" y="280578"/>
                </a:lnTo>
                <a:lnTo>
                  <a:pt x="545331" y="275539"/>
                </a:lnTo>
                <a:lnTo>
                  <a:pt x="540907" y="270602"/>
                </a:lnTo>
                <a:lnTo>
                  <a:pt x="536570" y="265603"/>
                </a:lnTo>
                <a:lnTo>
                  <a:pt x="534982" y="263659"/>
                </a:lnTo>
                <a:lnTo>
                  <a:pt x="533077" y="261615"/>
                </a:lnTo>
                <a:lnTo>
                  <a:pt x="530241" y="250780"/>
                </a:lnTo>
                <a:lnTo>
                  <a:pt x="528097" y="242223"/>
                </a:lnTo>
                <a:lnTo>
                  <a:pt x="526036" y="233650"/>
                </a:lnTo>
                <a:lnTo>
                  <a:pt x="524531" y="227109"/>
                </a:lnTo>
                <a:lnTo>
                  <a:pt x="333840" y="227109"/>
                </a:lnTo>
                <a:lnTo>
                  <a:pt x="333751" y="226804"/>
                </a:lnTo>
                <a:lnTo>
                  <a:pt x="230246" y="226804"/>
                </a:lnTo>
                <a:lnTo>
                  <a:pt x="197899" y="42222"/>
                </a:lnTo>
                <a:close/>
              </a:path>
              <a:path w="564515" h="447039">
                <a:moveTo>
                  <a:pt x="562769" y="310980"/>
                </a:moveTo>
                <a:lnTo>
                  <a:pt x="520847" y="310980"/>
                </a:lnTo>
                <a:lnTo>
                  <a:pt x="484423" y="335464"/>
                </a:lnTo>
                <a:lnTo>
                  <a:pt x="444453" y="355361"/>
                </a:lnTo>
                <a:lnTo>
                  <a:pt x="401648" y="370565"/>
                </a:lnTo>
                <a:lnTo>
                  <a:pt x="356720" y="380970"/>
                </a:lnTo>
                <a:lnTo>
                  <a:pt x="310380" y="386472"/>
                </a:lnTo>
                <a:lnTo>
                  <a:pt x="263338" y="386965"/>
                </a:lnTo>
                <a:lnTo>
                  <a:pt x="521620" y="386965"/>
                </a:lnTo>
                <a:lnTo>
                  <a:pt x="551226" y="358211"/>
                </a:lnTo>
                <a:lnTo>
                  <a:pt x="564237" y="322319"/>
                </a:lnTo>
                <a:lnTo>
                  <a:pt x="562769" y="310980"/>
                </a:lnTo>
                <a:close/>
              </a:path>
              <a:path w="564515" h="447039">
                <a:moveTo>
                  <a:pt x="562719" y="310599"/>
                </a:moveTo>
                <a:lnTo>
                  <a:pt x="42489" y="310599"/>
                </a:lnTo>
                <a:lnTo>
                  <a:pt x="90506" y="331547"/>
                </a:lnTo>
                <a:lnTo>
                  <a:pt x="138459" y="347838"/>
                </a:lnTo>
                <a:lnTo>
                  <a:pt x="186358" y="359476"/>
                </a:lnTo>
                <a:lnTo>
                  <a:pt x="234210" y="366464"/>
                </a:lnTo>
                <a:lnTo>
                  <a:pt x="282025" y="368806"/>
                </a:lnTo>
                <a:lnTo>
                  <a:pt x="329812" y="366507"/>
                </a:lnTo>
                <a:lnTo>
                  <a:pt x="377578" y="359571"/>
                </a:lnTo>
                <a:lnTo>
                  <a:pt x="425334" y="348001"/>
                </a:lnTo>
                <a:lnTo>
                  <a:pt x="473087" y="331803"/>
                </a:lnTo>
                <a:lnTo>
                  <a:pt x="520847" y="310980"/>
                </a:lnTo>
                <a:lnTo>
                  <a:pt x="562769" y="310980"/>
                </a:lnTo>
                <a:lnTo>
                  <a:pt x="562719" y="310599"/>
                </a:lnTo>
                <a:close/>
              </a:path>
              <a:path w="564515" h="447039">
                <a:moveTo>
                  <a:pt x="366364" y="41651"/>
                </a:moveTo>
                <a:lnTo>
                  <a:pt x="333840" y="227109"/>
                </a:lnTo>
                <a:lnTo>
                  <a:pt x="524531" y="227109"/>
                </a:lnTo>
                <a:lnTo>
                  <a:pt x="510376" y="180907"/>
                </a:lnTo>
                <a:lnTo>
                  <a:pt x="490328" y="141643"/>
                </a:lnTo>
                <a:lnTo>
                  <a:pt x="463923" y="107269"/>
                </a:lnTo>
                <a:lnTo>
                  <a:pt x="431168" y="77783"/>
                </a:lnTo>
                <a:lnTo>
                  <a:pt x="392069" y="53182"/>
                </a:lnTo>
                <a:lnTo>
                  <a:pt x="366364" y="41651"/>
                </a:lnTo>
                <a:close/>
              </a:path>
              <a:path w="564515" h="447039">
                <a:moveTo>
                  <a:pt x="281990" y="0"/>
                </a:moveTo>
                <a:lnTo>
                  <a:pt x="234933" y="8967"/>
                </a:lnTo>
                <a:lnTo>
                  <a:pt x="220911" y="41270"/>
                </a:lnTo>
                <a:lnTo>
                  <a:pt x="223184" y="82823"/>
                </a:lnTo>
                <a:lnTo>
                  <a:pt x="230110" y="206629"/>
                </a:lnTo>
                <a:lnTo>
                  <a:pt x="231135" y="226741"/>
                </a:lnTo>
                <a:lnTo>
                  <a:pt x="230246" y="226804"/>
                </a:lnTo>
                <a:lnTo>
                  <a:pt x="333751" y="226804"/>
                </a:lnTo>
                <a:lnTo>
                  <a:pt x="333179" y="224848"/>
                </a:lnTo>
                <a:lnTo>
                  <a:pt x="333078" y="222664"/>
                </a:lnTo>
                <a:lnTo>
                  <a:pt x="338337" y="128712"/>
                </a:lnTo>
                <a:lnTo>
                  <a:pt x="340942" y="80939"/>
                </a:lnTo>
                <a:lnTo>
                  <a:pt x="343504" y="31262"/>
                </a:lnTo>
                <a:lnTo>
                  <a:pt x="341637" y="24760"/>
                </a:lnTo>
                <a:lnTo>
                  <a:pt x="304058" y="338"/>
                </a:lnTo>
                <a:lnTo>
                  <a:pt x="293030" y="47"/>
                </a:lnTo>
                <a:lnTo>
                  <a:pt x="281990" y="0"/>
                </a:lnTo>
                <a:close/>
              </a:path>
            </a:pathLst>
          </a:custGeom>
          <a:solidFill>
            <a:srgbClr val="2953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918394B6-EC20-7E39-D00C-E663CD37CE7C}"/>
              </a:ext>
            </a:extLst>
          </p:cNvPr>
          <p:cNvSpPr txBox="1"/>
          <p:nvPr/>
        </p:nvSpPr>
        <p:spPr>
          <a:xfrm>
            <a:off x="868295" y="6918641"/>
            <a:ext cx="58140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Utilização da </a:t>
            </a:r>
            <a:r>
              <a:rPr lang="pt-BR" sz="1200" b="1">
                <a:latin typeface="Montserrat" panose="00000500000000000000" pitchFamily="2" charset="0"/>
                <a:cs typeface="Arial" panose="020B0604020202020204" pitchFamily="34" charset="0"/>
              </a:rPr>
              <a:t>sua própria equipe  </a:t>
            </a: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para a resolução dos problemas em seus compressores de ar.</a:t>
            </a:r>
            <a:endParaRPr lang="pt-BR" sz="1200" dirty="0"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58" name="object 7">
            <a:extLst>
              <a:ext uri="{FF2B5EF4-FFF2-40B4-BE49-F238E27FC236}">
                <a16:creationId xmlns:a16="http://schemas.microsoft.com/office/drawing/2014/main" id="{5C9C4BA3-49AF-E9EA-6315-1EABB973FB89}"/>
              </a:ext>
            </a:extLst>
          </p:cNvPr>
          <p:cNvSpPr/>
          <p:nvPr/>
        </p:nvSpPr>
        <p:spPr>
          <a:xfrm>
            <a:off x="422265" y="7584955"/>
            <a:ext cx="370447" cy="367487"/>
          </a:xfrm>
          <a:custGeom>
            <a:avLst/>
            <a:gdLst/>
            <a:ahLst/>
            <a:cxnLst/>
            <a:rect l="l" t="t" r="r" b="b"/>
            <a:pathLst>
              <a:path w="556260" h="551815">
                <a:moveTo>
                  <a:pt x="224993" y="121208"/>
                </a:moveTo>
                <a:lnTo>
                  <a:pt x="191604" y="70777"/>
                </a:lnTo>
                <a:lnTo>
                  <a:pt x="138620" y="17957"/>
                </a:lnTo>
                <a:lnTo>
                  <a:pt x="105270" y="2235"/>
                </a:lnTo>
                <a:lnTo>
                  <a:pt x="88366" y="6337"/>
                </a:lnTo>
                <a:lnTo>
                  <a:pt x="32181" y="58051"/>
                </a:lnTo>
                <a:lnTo>
                  <a:pt x="6629" y="103530"/>
                </a:lnTo>
                <a:lnTo>
                  <a:pt x="5461" y="120611"/>
                </a:lnTo>
                <a:lnTo>
                  <a:pt x="5816" y="133756"/>
                </a:lnTo>
                <a:lnTo>
                  <a:pt x="25793" y="211404"/>
                </a:lnTo>
                <a:lnTo>
                  <a:pt x="43980" y="251409"/>
                </a:lnTo>
                <a:lnTo>
                  <a:pt x="65773" y="289610"/>
                </a:lnTo>
                <a:lnTo>
                  <a:pt x="90576" y="326301"/>
                </a:lnTo>
                <a:lnTo>
                  <a:pt x="93141" y="329844"/>
                </a:lnTo>
                <a:lnTo>
                  <a:pt x="94449" y="328904"/>
                </a:lnTo>
                <a:lnTo>
                  <a:pt x="179362" y="244030"/>
                </a:lnTo>
                <a:lnTo>
                  <a:pt x="179362" y="242303"/>
                </a:lnTo>
                <a:lnTo>
                  <a:pt x="173596" y="232905"/>
                </a:lnTo>
                <a:lnTo>
                  <a:pt x="169964" y="226250"/>
                </a:lnTo>
                <a:lnTo>
                  <a:pt x="166598" y="219456"/>
                </a:lnTo>
                <a:lnTo>
                  <a:pt x="159791" y="204063"/>
                </a:lnTo>
                <a:lnTo>
                  <a:pt x="160070" y="202184"/>
                </a:lnTo>
                <a:lnTo>
                  <a:pt x="177787" y="185623"/>
                </a:lnTo>
                <a:lnTo>
                  <a:pt x="188404" y="175221"/>
                </a:lnTo>
                <a:lnTo>
                  <a:pt x="209245" y="154025"/>
                </a:lnTo>
                <a:lnTo>
                  <a:pt x="221056" y="137668"/>
                </a:lnTo>
                <a:lnTo>
                  <a:pt x="224993" y="121208"/>
                </a:lnTo>
                <a:close/>
              </a:path>
              <a:path w="556260" h="551815">
                <a:moveTo>
                  <a:pt x="550608" y="447255"/>
                </a:moveTo>
                <a:lnTo>
                  <a:pt x="518134" y="399275"/>
                </a:lnTo>
                <a:lnTo>
                  <a:pt x="460590" y="341896"/>
                </a:lnTo>
                <a:lnTo>
                  <a:pt x="435038" y="329768"/>
                </a:lnTo>
                <a:lnTo>
                  <a:pt x="424992" y="330327"/>
                </a:lnTo>
                <a:lnTo>
                  <a:pt x="352018" y="392226"/>
                </a:lnTo>
                <a:lnTo>
                  <a:pt x="347751" y="394436"/>
                </a:lnTo>
                <a:lnTo>
                  <a:pt x="319455" y="378942"/>
                </a:lnTo>
                <a:lnTo>
                  <a:pt x="308521" y="372465"/>
                </a:lnTo>
                <a:lnTo>
                  <a:pt x="306959" y="373265"/>
                </a:lnTo>
                <a:lnTo>
                  <a:pt x="221919" y="458266"/>
                </a:lnTo>
                <a:lnTo>
                  <a:pt x="221767" y="459663"/>
                </a:lnTo>
                <a:lnTo>
                  <a:pt x="252806" y="481152"/>
                </a:lnTo>
                <a:lnTo>
                  <a:pt x="310108" y="514134"/>
                </a:lnTo>
                <a:lnTo>
                  <a:pt x="362394" y="536435"/>
                </a:lnTo>
                <a:lnTo>
                  <a:pt x="405257" y="547814"/>
                </a:lnTo>
                <a:lnTo>
                  <a:pt x="424891" y="549757"/>
                </a:lnTo>
                <a:lnTo>
                  <a:pt x="443814" y="549033"/>
                </a:lnTo>
                <a:lnTo>
                  <a:pt x="485711" y="531545"/>
                </a:lnTo>
                <a:lnTo>
                  <a:pt x="513410" y="504647"/>
                </a:lnTo>
                <a:lnTo>
                  <a:pt x="539750" y="476427"/>
                </a:lnTo>
                <a:lnTo>
                  <a:pt x="548322" y="462254"/>
                </a:lnTo>
                <a:lnTo>
                  <a:pt x="550608" y="447255"/>
                </a:lnTo>
                <a:close/>
              </a:path>
              <a:path w="556260" h="551815">
                <a:moveTo>
                  <a:pt x="555790" y="132245"/>
                </a:moveTo>
                <a:lnTo>
                  <a:pt x="551256" y="89789"/>
                </a:lnTo>
                <a:lnTo>
                  <a:pt x="548957" y="81876"/>
                </a:lnTo>
                <a:lnTo>
                  <a:pt x="546608" y="81254"/>
                </a:lnTo>
                <a:lnTo>
                  <a:pt x="492975" y="134785"/>
                </a:lnTo>
                <a:lnTo>
                  <a:pt x="479234" y="144437"/>
                </a:lnTo>
                <a:lnTo>
                  <a:pt x="464553" y="147675"/>
                </a:lnTo>
                <a:lnTo>
                  <a:pt x="449897" y="144500"/>
                </a:lnTo>
                <a:lnTo>
                  <a:pt x="436194" y="134912"/>
                </a:lnTo>
                <a:lnTo>
                  <a:pt x="426351" y="125145"/>
                </a:lnTo>
                <a:lnTo>
                  <a:pt x="416572" y="115303"/>
                </a:lnTo>
                <a:lnTo>
                  <a:pt x="407022" y="101574"/>
                </a:lnTo>
                <a:lnTo>
                  <a:pt x="403847" y="86817"/>
                </a:lnTo>
                <a:lnTo>
                  <a:pt x="407035" y="72085"/>
                </a:lnTo>
                <a:lnTo>
                  <a:pt x="416585" y="58394"/>
                </a:lnTo>
                <a:lnTo>
                  <a:pt x="463677" y="11239"/>
                </a:lnTo>
                <a:lnTo>
                  <a:pt x="466217" y="9601"/>
                </a:lnTo>
                <a:lnTo>
                  <a:pt x="464312" y="3403"/>
                </a:lnTo>
                <a:lnTo>
                  <a:pt x="464273" y="3263"/>
                </a:lnTo>
                <a:lnTo>
                  <a:pt x="461098" y="3403"/>
                </a:lnTo>
                <a:lnTo>
                  <a:pt x="458685" y="2870"/>
                </a:lnTo>
                <a:lnTo>
                  <a:pt x="447090" y="863"/>
                </a:lnTo>
                <a:lnTo>
                  <a:pt x="435457" y="0"/>
                </a:lnTo>
                <a:lnTo>
                  <a:pt x="423799" y="317"/>
                </a:lnTo>
                <a:lnTo>
                  <a:pt x="412140" y="1854"/>
                </a:lnTo>
                <a:lnTo>
                  <a:pt x="370255" y="17424"/>
                </a:lnTo>
                <a:lnTo>
                  <a:pt x="353961" y="31559"/>
                </a:lnTo>
                <a:lnTo>
                  <a:pt x="353961" y="213258"/>
                </a:lnTo>
                <a:lnTo>
                  <a:pt x="353364" y="218757"/>
                </a:lnTo>
                <a:lnTo>
                  <a:pt x="348399" y="225120"/>
                </a:lnTo>
                <a:lnTo>
                  <a:pt x="347129" y="226352"/>
                </a:lnTo>
                <a:lnTo>
                  <a:pt x="67424" y="506082"/>
                </a:lnTo>
                <a:lnTo>
                  <a:pt x="63538" y="509524"/>
                </a:lnTo>
                <a:lnTo>
                  <a:pt x="58686" y="509155"/>
                </a:lnTo>
                <a:lnTo>
                  <a:pt x="50101" y="506945"/>
                </a:lnTo>
                <a:lnTo>
                  <a:pt x="44411" y="501421"/>
                </a:lnTo>
                <a:lnTo>
                  <a:pt x="42316" y="493991"/>
                </a:lnTo>
                <a:lnTo>
                  <a:pt x="44564" y="486041"/>
                </a:lnTo>
                <a:lnTo>
                  <a:pt x="45897" y="483819"/>
                </a:lnTo>
                <a:lnTo>
                  <a:pt x="327317" y="202311"/>
                </a:lnTo>
                <a:lnTo>
                  <a:pt x="331355" y="198843"/>
                </a:lnTo>
                <a:lnTo>
                  <a:pt x="343865" y="199199"/>
                </a:lnTo>
                <a:lnTo>
                  <a:pt x="348513" y="201993"/>
                </a:lnTo>
                <a:lnTo>
                  <a:pt x="353961" y="213258"/>
                </a:lnTo>
                <a:lnTo>
                  <a:pt x="353961" y="31559"/>
                </a:lnTo>
                <a:lnTo>
                  <a:pt x="337972" y="45427"/>
                </a:lnTo>
                <a:lnTo>
                  <a:pt x="317423" y="83451"/>
                </a:lnTo>
                <a:lnTo>
                  <a:pt x="310756" y="129082"/>
                </a:lnTo>
                <a:lnTo>
                  <a:pt x="310273" y="146011"/>
                </a:lnTo>
                <a:lnTo>
                  <a:pt x="305638" y="161912"/>
                </a:lnTo>
                <a:lnTo>
                  <a:pt x="297154" y="176860"/>
                </a:lnTo>
                <a:lnTo>
                  <a:pt x="285127" y="190893"/>
                </a:lnTo>
                <a:lnTo>
                  <a:pt x="229908" y="245922"/>
                </a:lnTo>
                <a:lnTo>
                  <a:pt x="14782" y="461378"/>
                </a:lnTo>
                <a:lnTo>
                  <a:pt x="13017" y="463359"/>
                </a:lnTo>
                <a:lnTo>
                  <a:pt x="4165" y="477139"/>
                </a:lnTo>
                <a:lnTo>
                  <a:pt x="0" y="492721"/>
                </a:lnTo>
                <a:lnTo>
                  <a:pt x="647" y="508850"/>
                </a:lnTo>
                <a:lnTo>
                  <a:pt x="6261" y="524243"/>
                </a:lnTo>
                <a:lnTo>
                  <a:pt x="23380" y="543090"/>
                </a:lnTo>
                <a:lnTo>
                  <a:pt x="45770" y="551637"/>
                </a:lnTo>
                <a:lnTo>
                  <a:pt x="69761" y="549351"/>
                </a:lnTo>
                <a:lnTo>
                  <a:pt x="91681" y="535673"/>
                </a:lnTo>
                <a:lnTo>
                  <a:pt x="117919" y="509524"/>
                </a:lnTo>
                <a:lnTo>
                  <a:pt x="360743" y="266712"/>
                </a:lnTo>
                <a:lnTo>
                  <a:pt x="373799" y="256057"/>
                </a:lnTo>
                <a:lnTo>
                  <a:pt x="388112" y="248907"/>
                </a:lnTo>
                <a:lnTo>
                  <a:pt x="403720" y="245325"/>
                </a:lnTo>
                <a:lnTo>
                  <a:pt x="420662" y="245325"/>
                </a:lnTo>
                <a:lnTo>
                  <a:pt x="428218" y="245859"/>
                </a:lnTo>
                <a:lnTo>
                  <a:pt x="435787" y="245922"/>
                </a:lnTo>
                <a:lnTo>
                  <a:pt x="443357" y="245541"/>
                </a:lnTo>
                <a:lnTo>
                  <a:pt x="445287" y="245325"/>
                </a:lnTo>
                <a:lnTo>
                  <a:pt x="450951" y="244703"/>
                </a:lnTo>
                <a:lnTo>
                  <a:pt x="491451" y="231571"/>
                </a:lnTo>
                <a:lnTo>
                  <a:pt x="523811" y="206324"/>
                </a:lnTo>
                <a:lnTo>
                  <a:pt x="528650" y="198843"/>
                </a:lnTo>
                <a:lnTo>
                  <a:pt x="545947" y="172148"/>
                </a:lnTo>
                <a:lnTo>
                  <a:pt x="551980" y="147675"/>
                </a:lnTo>
                <a:lnTo>
                  <a:pt x="555790" y="132245"/>
                </a:lnTo>
                <a:close/>
              </a:path>
            </a:pathLst>
          </a:custGeom>
          <a:solidFill>
            <a:srgbClr val="2953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3EF37316-4F0B-2868-4255-75DACD7D6E6B}"/>
              </a:ext>
            </a:extLst>
          </p:cNvPr>
          <p:cNvSpPr txBox="1"/>
          <p:nvPr/>
        </p:nvSpPr>
        <p:spPr>
          <a:xfrm>
            <a:off x="933301" y="7630198"/>
            <a:ext cx="5814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>
                <a:latin typeface="Montserrat" panose="00000500000000000000" pitchFamily="2" charset="0"/>
                <a:cs typeface="Arial"/>
              </a:rPr>
              <a:t>Capacitação e agilidade </a:t>
            </a:r>
            <a:r>
              <a:rPr lang="pt-BR" sz="1200">
                <a:latin typeface="Montserrat" panose="00000500000000000000" pitchFamily="2" charset="0"/>
                <a:cs typeface="Arial"/>
              </a:rPr>
              <a:t>com foco no retorno imediato da sua operação.</a:t>
            </a:r>
            <a:endParaRPr lang="pt-BR" sz="1200" dirty="0">
              <a:latin typeface="Montserrat" panose="00000500000000000000" pitchFamily="2" charset="0"/>
              <a:cs typeface="Arial"/>
            </a:endParaRPr>
          </a:p>
        </p:txBody>
      </p:sp>
      <p:sp>
        <p:nvSpPr>
          <p:cNvPr id="61" name="object 4">
            <a:extLst>
              <a:ext uri="{FF2B5EF4-FFF2-40B4-BE49-F238E27FC236}">
                <a16:creationId xmlns:a16="http://schemas.microsoft.com/office/drawing/2014/main" id="{6CD086C9-05C1-E2F9-AFA3-D9C2798121DA}"/>
              </a:ext>
            </a:extLst>
          </p:cNvPr>
          <p:cNvSpPr/>
          <p:nvPr/>
        </p:nvSpPr>
        <p:spPr>
          <a:xfrm>
            <a:off x="456086" y="8164852"/>
            <a:ext cx="345919" cy="348879"/>
          </a:xfrm>
          <a:custGeom>
            <a:avLst/>
            <a:gdLst/>
            <a:ahLst/>
            <a:cxnLst/>
            <a:rect l="l" t="t" r="r" b="b"/>
            <a:pathLst>
              <a:path w="519430" h="523875">
                <a:moveTo>
                  <a:pt x="284759" y="499846"/>
                </a:moveTo>
                <a:lnTo>
                  <a:pt x="266026" y="462470"/>
                </a:lnTo>
                <a:lnTo>
                  <a:pt x="259105" y="462572"/>
                </a:lnTo>
                <a:lnTo>
                  <a:pt x="216954" y="474091"/>
                </a:lnTo>
                <a:lnTo>
                  <a:pt x="209550" y="492734"/>
                </a:lnTo>
                <a:lnTo>
                  <a:pt x="210604" y="498703"/>
                </a:lnTo>
                <a:lnTo>
                  <a:pt x="212064" y="504621"/>
                </a:lnTo>
                <a:lnTo>
                  <a:pt x="216217" y="518401"/>
                </a:lnTo>
                <a:lnTo>
                  <a:pt x="223558" y="523455"/>
                </a:lnTo>
                <a:lnTo>
                  <a:pt x="232575" y="523379"/>
                </a:lnTo>
                <a:lnTo>
                  <a:pt x="270268" y="514807"/>
                </a:lnTo>
                <a:lnTo>
                  <a:pt x="284759" y="499846"/>
                </a:lnTo>
                <a:close/>
              </a:path>
              <a:path w="519430" h="523875">
                <a:moveTo>
                  <a:pt x="518871" y="272084"/>
                </a:moveTo>
                <a:lnTo>
                  <a:pt x="506831" y="231140"/>
                </a:lnTo>
                <a:lnTo>
                  <a:pt x="481571" y="200190"/>
                </a:lnTo>
                <a:lnTo>
                  <a:pt x="458952" y="181419"/>
                </a:lnTo>
                <a:lnTo>
                  <a:pt x="458050" y="179539"/>
                </a:lnTo>
                <a:lnTo>
                  <a:pt x="446062" y="126250"/>
                </a:lnTo>
                <a:lnTo>
                  <a:pt x="416471" y="73939"/>
                </a:lnTo>
                <a:lnTo>
                  <a:pt x="365531" y="29044"/>
                </a:lnTo>
                <a:lnTo>
                  <a:pt x="298450" y="3619"/>
                </a:lnTo>
                <a:lnTo>
                  <a:pt x="261416" y="0"/>
                </a:lnTo>
                <a:lnTo>
                  <a:pt x="253885" y="63"/>
                </a:lnTo>
                <a:lnTo>
                  <a:pt x="209397" y="6019"/>
                </a:lnTo>
                <a:lnTo>
                  <a:pt x="151879" y="30314"/>
                </a:lnTo>
                <a:lnTo>
                  <a:pt x="121158" y="53886"/>
                </a:lnTo>
                <a:lnTo>
                  <a:pt x="95986" y="83286"/>
                </a:lnTo>
                <a:lnTo>
                  <a:pt x="76390" y="118529"/>
                </a:lnTo>
                <a:lnTo>
                  <a:pt x="63436" y="162306"/>
                </a:lnTo>
                <a:lnTo>
                  <a:pt x="61188" y="179870"/>
                </a:lnTo>
                <a:lnTo>
                  <a:pt x="60172" y="181279"/>
                </a:lnTo>
                <a:lnTo>
                  <a:pt x="25273" y="212890"/>
                </a:lnTo>
                <a:lnTo>
                  <a:pt x="2197" y="254203"/>
                </a:lnTo>
                <a:lnTo>
                  <a:pt x="0" y="270154"/>
                </a:lnTo>
                <a:lnTo>
                  <a:pt x="1625" y="286169"/>
                </a:lnTo>
                <a:lnTo>
                  <a:pt x="19342" y="322541"/>
                </a:lnTo>
                <a:lnTo>
                  <a:pt x="51943" y="355307"/>
                </a:lnTo>
                <a:lnTo>
                  <a:pt x="86588" y="378752"/>
                </a:lnTo>
                <a:lnTo>
                  <a:pt x="92036" y="381076"/>
                </a:lnTo>
                <a:lnTo>
                  <a:pt x="95161" y="379310"/>
                </a:lnTo>
                <a:lnTo>
                  <a:pt x="96012" y="373557"/>
                </a:lnTo>
                <a:lnTo>
                  <a:pt x="95910" y="171183"/>
                </a:lnTo>
                <a:lnTo>
                  <a:pt x="99910" y="152819"/>
                </a:lnTo>
                <a:lnTo>
                  <a:pt x="121234" y="106108"/>
                </a:lnTo>
                <a:lnTo>
                  <a:pt x="145986" y="76911"/>
                </a:lnTo>
                <a:lnTo>
                  <a:pt x="208559" y="41059"/>
                </a:lnTo>
                <a:lnTo>
                  <a:pt x="246075" y="34048"/>
                </a:lnTo>
                <a:lnTo>
                  <a:pt x="257975" y="33451"/>
                </a:lnTo>
                <a:lnTo>
                  <a:pt x="269862" y="33705"/>
                </a:lnTo>
                <a:lnTo>
                  <a:pt x="309714" y="40754"/>
                </a:lnTo>
                <a:lnTo>
                  <a:pt x="354355" y="61912"/>
                </a:lnTo>
                <a:lnTo>
                  <a:pt x="396252" y="103339"/>
                </a:lnTo>
                <a:lnTo>
                  <a:pt x="420433" y="157073"/>
                </a:lnTo>
                <a:lnTo>
                  <a:pt x="422846" y="348284"/>
                </a:lnTo>
                <a:lnTo>
                  <a:pt x="422490" y="350431"/>
                </a:lnTo>
                <a:lnTo>
                  <a:pt x="390944" y="409219"/>
                </a:lnTo>
                <a:lnTo>
                  <a:pt x="346608" y="446620"/>
                </a:lnTo>
                <a:lnTo>
                  <a:pt x="306311" y="463219"/>
                </a:lnTo>
                <a:lnTo>
                  <a:pt x="295503" y="466559"/>
                </a:lnTo>
                <a:lnTo>
                  <a:pt x="292925" y="469557"/>
                </a:lnTo>
                <a:lnTo>
                  <a:pt x="291325" y="478129"/>
                </a:lnTo>
                <a:lnTo>
                  <a:pt x="292823" y="481558"/>
                </a:lnTo>
                <a:lnTo>
                  <a:pt x="299186" y="487019"/>
                </a:lnTo>
                <a:lnTo>
                  <a:pt x="302971" y="487146"/>
                </a:lnTo>
                <a:lnTo>
                  <a:pt x="306857" y="486130"/>
                </a:lnTo>
                <a:lnTo>
                  <a:pt x="348424" y="470725"/>
                </a:lnTo>
                <a:lnTo>
                  <a:pt x="383717" y="447776"/>
                </a:lnTo>
                <a:lnTo>
                  <a:pt x="412724" y="417271"/>
                </a:lnTo>
                <a:lnTo>
                  <a:pt x="435419" y="379196"/>
                </a:lnTo>
                <a:lnTo>
                  <a:pt x="436473" y="376936"/>
                </a:lnTo>
                <a:lnTo>
                  <a:pt x="437857" y="375348"/>
                </a:lnTo>
                <a:lnTo>
                  <a:pt x="478650" y="345236"/>
                </a:lnTo>
                <a:lnTo>
                  <a:pt x="507834" y="309880"/>
                </a:lnTo>
                <a:lnTo>
                  <a:pt x="517156" y="286524"/>
                </a:lnTo>
                <a:lnTo>
                  <a:pt x="518871" y="272084"/>
                </a:lnTo>
                <a:close/>
              </a:path>
            </a:pathLst>
          </a:custGeom>
          <a:solidFill>
            <a:srgbClr val="2953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4856CF20-2452-B574-2D94-C983353B9FAB}"/>
              </a:ext>
            </a:extLst>
          </p:cNvPr>
          <p:cNvSpPr txBox="1"/>
          <p:nvPr/>
        </p:nvSpPr>
        <p:spPr>
          <a:xfrm>
            <a:off x="933301" y="8188935"/>
            <a:ext cx="5814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>
                <a:latin typeface="Montserrat" panose="00000500000000000000" pitchFamily="2" charset="0"/>
                <a:cs typeface="Arial"/>
              </a:rPr>
              <a:t>Assistência por meio de </a:t>
            </a:r>
            <a:r>
              <a:rPr lang="pt-BR" sz="1200" b="1">
                <a:latin typeface="Montserrat" panose="00000500000000000000" pitchFamily="2" charset="0"/>
                <a:cs typeface="Arial"/>
              </a:rPr>
              <a:t>telefone, e-mail, WhatsApp, áudio e vídeo.</a:t>
            </a:r>
            <a:endParaRPr lang="pt-BR" sz="1200" b="1" dirty="0">
              <a:latin typeface="Montserrat" panose="00000500000000000000" pitchFamily="2" charset="0"/>
              <a:cs typeface="Arial"/>
            </a:endParaRPr>
          </a:p>
        </p:txBody>
      </p:sp>
      <p:pic>
        <p:nvPicPr>
          <p:cNvPr id="64" name="Imagem 63">
            <a:extLst>
              <a:ext uri="{FF2B5EF4-FFF2-40B4-BE49-F238E27FC236}">
                <a16:creationId xmlns:a16="http://schemas.microsoft.com/office/drawing/2014/main" id="{7F817762-EF57-0C6A-8ACE-5D07814304C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36" y="8771407"/>
            <a:ext cx="386578" cy="386578"/>
          </a:xfrm>
          <a:prstGeom prst="rect">
            <a:avLst/>
          </a:prstGeom>
        </p:spPr>
      </p:pic>
      <p:sp>
        <p:nvSpPr>
          <p:cNvPr id="66" name="CaixaDeTexto 65">
            <a:extLst>
              <a:ext uri="{FF2B5EF4-FFF2-40B4-BE49-F238E27FC236}">
                <a16:creationId xmlns:a16="http://schemas.microsoft.com/office/drawing/2014/main" id="{329966BF-3FEF-597B-0289-FA23C26124C1}"/>
              </a:ext>
            </a:extLst>
          </p:cNvPr>
          <p:cNvSpPr txBox="1"/>
          <p:nvPr/>
        </p:nvSpPr>
        <p:spPr>
          <a:xfrm>
            <a:off x="903628" y="8819098"/>
            <a:ext cx="5814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>
                <a:latin typeface="Montserrat" panose="00000500000000000000" pitchFamily="2" charset="0"/>
                <a:cs typeface="Arial"/>
              </a:rPr>
              <a:t>Redução de custos com terceiros.</a:t>
            </a:r>
            <a:endParaRPr lang="pt-BR" sz="1200" dirty="0">
              <a:latin typeface="Montserrat" panose="00000500000000000000" pitchFamily="2" charset="0"/>
              <a:cs typeface="Arial"/>
            </a:endParaRPr>
          </a:p>
        </p:txBody>
      </p:sp>
      <p:sp>
        <p:nvSpPr>
          <p:cNvPr id="67" name="object 8">
            <a:extLst>
              <a:ext uri="{FF2B5EF4-FFF2-40B4-BE49-F238E27FC236}">
                <a16:creationId xmlns:a16="http://schemas.microsoft.com/office/drawing/2014/main" id="{A700AB5C-3B08-4609-DD24-8061766D1E38}"/>
              </a:ext>
            </a:extLst>
          </p:cNvPr>
          <p:cNvSpPr/>
          <p:nvPr/>
        </p:nvSpPr>
        <p:spPr>
          <a:xfrm>
            <a:off x="477669" y="9332696"/>
            <a:ext cx="326912" cy="4421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844C2D4-701F-9117-3FBE-5A06EC799D11}"/>
              </a:ext>
            </a:extLst>
          </p:cNvPr>
          <p:cNvSpPr txBox="1"/>
          <p:nvPr/>
        </p:nvSpPr>
        <p:spPr>
          <a:xfrm>
            <a:off x="834414" y="9412319"/>
            <a:ext cx="5610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Montserrat" panose="00000500000000000000" pitchFamily="2" charset="0"/>
                <a:cs typeface="Arial"/>
              </a:rPr>
              <a:t>Relatórios de atendimentos e  ordens de serviço dentro da  </a:t>
            </a:r>
            <a:r>
              <a:rPr lang="pt-BR" sz="1200" b="1" dirty="0">
                <a:latin typeface="Montserrat" panose="00000500000000000000" pitchFamily="2" charset="0"/>
                <a:cs typeface="Arial"/>
              </a:rPr>
              <a:t>ISO 9.000.</a:t>
            </a:r>
            <a:endParaRPr lang="pt-BR" sz="1200" dirty="0">
              <a:latin typeface="Montserrat" panose="00000500000000000000" pitchFamily="2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1387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3347</TotalTime>
  <Words>125</Words>
  <Application>Microsoft Office PowerPoint</Application>
  <PresentationFormat>Personalizar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Calibri</vt:lpstr>
      <vt:lpstr>Arial</vt:lpstr>
      <vt:lpstr>Aptos</vt:lpstr>
      <vt:lpstr>Montserrat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Linha -E</dc:title>
  <dc:creator>EvolucaoCompressores</dc:creator>
  <cp:lastModifiedBy>Kamille Silveira</cp:lastModifiedBy>
  <cp:revision>38</cp:revision>
  <cp:lastPrinted>2025-08-20T12:01:41Z</cp:lastPrinted>
  <dcterms:created xsi:type="dcterms:W3CDTF">2006-08-16T00:00:00Z</dcterms:created>
  <dcterms:modified xsi:type="dcterms:W3CDTF">2025-09-02T17:59:56Z</dcterms:modified>
  <dc:identifier>DAGwijnfSlk</dc:identifier>
</cp:coreProperties>
</file>