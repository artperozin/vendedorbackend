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80" r:id="rId2"/>
  </p:sldIdLst>
  <p:sldSz cx="7556500" cy="10693400"/>
  <p:notesSz cx="6797675" cy="9925050"/>
  <p:embeddedFontLst>
    <p:embeddedFont>
      <p:font typeface="Montserrat" panose="00000500000000000000" pitchFamily="2" charset="0"/>
      <p:regular r:id="rId5"/>
      <p:bold r:id="rId6"/>
      <p:italic r:id="rId7"/>
      <p:boldItalic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322" autoAdjust="0"/>
  </p:normalViewPr>
  <p:slideViewPr>
    <p:cSldViewPr>
      <p:cViewPr varScale="1">
        <p:scale>
          <a:sx n="50" d="100"/>
          <a:sy n="50" d="100"/>
        </p:scale>
        <p:origin x="2635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53" d="100"/>
          <a:sy n="53" d="100"/>
        </p:scale>
        <p:origin x="258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handoutMaster" Target="handoutMasters/handout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F8AE6E75-3963-358C-A73B-9402468FF92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2F854B-2621-EBBB-CE73-09A4CE0E5B2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D78E1D-67DD-4E8C-88DC-F4D6FD930920}" type="datetimeFigureOut">
              <a:rPr lang="pt-BR" smtClean="0"/>
              <a:t>02/09/2025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06E5410-A1BE-B047-3F91-1BA665B9806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148F886-C3DA-2757-9543-221935C257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0BC10D-DFA5-4BF4-A947-533D8B255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009541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586573-8530-45A5-A38F-2574AED3FDB8}" type="datetimeFigureOut">
              <a:rPr lang="pt-BR" smtClean="0"/>
              <a:t>02/09/2025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1239838"/>
            <a:ext cx="2365375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79768" y="4776431"/>
            <a:ext cx="5438140" cy="3907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50443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151DBA-812A-4523-B99E-697B9AE51F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8582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7BF51-9047-4BAA-EA18-8BB67EBCE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>
            <a:extLst>
              <a:ext uri="{FF2B5EF4-FFF2-40B4-BE49-F238E27FC236}">
                <a16:creationId xmlns:a16="http://schemas.microsoft.com/office/drawing/2014/main" id="{C4071BEE-C36D-AF0A-589C-D5DC2041D0B9}"/>
              </a:ext>
            </a:extLst>
          </p:cNvPr>
          <p:cNvSpPr txBox="1"/>
          <p:nvPr/>
        </p:nvSpPr>
        <p:spPr>
          <a:xfrm>
            <a:off x="494992" y="1082845"/>
            <a:ext cx="5220922" cy="367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80"/>
              </a:lnSpc>
            </a:pPr>
            <a:r>
              <a:rPr lang="en-US" sz="2200" b="1">
                <a:solidFill>
                  <a:srgbClr val="6F6F6F"/>
                </a:solidFill>
                <a:latin typeface="Montserrat" panose="00000500000000000000" pitchFamily="2" charset="0"/>
                <a:ea typeface="Montserrat Bold"/>
                <a:cs typeface="Montserrat Bold"/>
                <a:sym typeface="Montserrat Bold"/>
              </a:rPr>
              <a:t>INOVAÇÃO EM MONITORAMENTO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5EDB80B-063C-7B50-CE51-4CBD906A2D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26" y="63341"/>
            <a:ext cx="7464673" cy="859247"/>
          </a:xfrm>
          <a:prstGeom prst="rect">
            <a:avLst/>
          </a:prstGeom>
        </p:spPr>
      </p:pic>
      <p:grpSp>
        <p:nvGrpSpPr>
          <p:cNvPr id="8" name="Group 13">
            <a:extLst>
              <a:ext uri="{FF2B5EF4-FFF2-40B4-BE49-F238E27FC236}">
                <a16:creationId xmlns:a16="http://schemas.microsoft.com/office/drawing/2014/main" id="{9EB706F1-5B0E-6E5A-618F-F0EEAB87FB0E}"/>
              </a:ext>
            </a:extLst>
          </p:cNvPr>
          <p:cNvGrpSpPr/>
          <p:nvPr/>
        </p:nvGrpSpPr>
        <p:grpSpPr>
          <a:xfrm>
            <a:off x="597963" y="1878868"/>
            <a:ext cx="374337" cy="187168"/>
            <a:chOff x="0" y="0"/>
            <a:chExt cx="812800" cy="406400"/>
          </a:xfrm>
        </p:grpSpPr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DB72F3A8-2B3B-9ADE-7F9B-ECB36D185A7B}"/>
                </a:ext>
              </a:extLst>
            </p:cNvPr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727275"/>
            </a:solidFill>
          </p:spPr>
        </p:sp>
        <p:sp>
          <p:nvSpPr>
            <p:cNvPr id="13" name="TextBox 15">
              <a:extLst>
                <a:ext uri="{FF2B5EF4-FFF2-40B4-BE49-F238E27FC236}">
                  <a16:creationId xmlns:a16="http://schemas.microsoft.com/office/drawing/2014/main" id="{23492AB5-3EE4-D447-FE5F-20A6F1CC4057}"/>
                </a:ext>
              </a:extLst>
            </p:cNvPr>
            <p:cNvSpPr txBox="1"/>
            <p:nvPr/>
          </p:nvSpPr>
          <p:spPr>
            <a:xfrm>
              <a:off x="0" y="-28575"/>
              <a:ext cx="6985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3"/>
                </a:lnSpc>
              </a:pPr>
              <a:endParaRPr/>
            </a:p>
          </p:txBody>
        </p:sp>
      </p:grpSp>
      <p:sp>
        <p:nvSpPr>
          <p:cNvPr id="25" name="TextBox 14">
            <a:extLst>
              <a:ext uri="{FF2B5EF4-FFF2-40B4-BE49-F238E27FC236}">
                <a16:creationId xmlns:a16="http://schemas.microsoft.com/office/drawing/2014/main" id="{986B6789-A460-28C2-743A-84D3C93C6811}"/>
              </a:ext>
            </a:extLst>
          </p:cNvPr>
          <p:cNvSpPr txBox="1"/>
          <p:nvPr/>
        </p:nvSpPr>
        <p:spPr>
          <a:xfrm>
            <a:off x="1090430" y="1750745"/>
            <a:ext cx="4608974" cy="355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80"/>
              </a:lnSpc>
            </a:pPr>
            <a:r>
              <a:rPr lang="en-US" b="1">
                <a:solidFill>
                  <a:srgbClr val="6F6F6F"/>
                </a:solidFill>
                <a:latin typeface="Montserrat" panose="00000500000000000000" pitchFamily="2" charset="0"/>
                <a:ea typeface="Montserrat Bold"/>
                <a:cs typeface="Montserrat Bold"/>
                <a:sym typeface="Montserrat Bold"/>
              </a:rPr>
              <a:t>MONITORAMENTO AIRTOUCH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4061FCF3-88AD-FFDC-79D9-B021F803249A}"/>
              </a:ext>
            </a:extLst>
          </p:cNvPr>
          <p:cNvSpPr/>
          <p:nvPr/>
        </p:nvSpPr>
        <p:spPr>
          <a:xfrm>
            <a:off x="471293" y="2295933"/>
            <a:ext cx="6644580" cy="2688800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C2ECD637-EE89-952C-016F-B7C6DB20D8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293" y="2607295"/>
            <a:ext cx="2496399" cy="2496399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72362521-70F7-FD95-D385-38C5CD82327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3257" y="3589436"/>
            <a:ext cx="818890" cy="818890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4A358939-6330-2065-CA74-C92429F554D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185" y="3331166"/>
            <a:ext cx="2182346" cy="1133728"/>
          </a:xfrm>
          <a:prstGeom prst="rect">
            <a:avLst/>
          </a:prstGeom>
        </p:spPr>
      </p:pic>
      <p:sp>
        <p:nvSpPr>
          <p:cNvPr id="28" name="CaixaDeTexto 27">
            <a:extLst>
              <a:ext uri="{FF2B5EF4-FFF2-40B4-BE49-F238E27FC236}">
                <a16:creationId xmlns:a16="http://schemas.microsoft.com/office/drawing/2014/main" id="{C37567F5-F403-4E56-B255-D99A3E22BADE}"/>
              </a:ext>
            </a:extLst>
          </p:cNvPr>
          <p:cNvSpPr txBox="1"/>
          <p:nvPr/>
        </p:nvSpPr>
        <p:spPr>
          <a:xfrm>
            <a:off x="3473812" y="2485936"/>
            <a:ext cx="33527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200">
                <a:latin typeface="Montserrat" panose="00000500000000000000" pitchFamily="2" charset="0"/>
                <a:cs typeface="Arial" panose="020B0604020202020204" pitchFamily="34" charset="0"/>
              </a:rPr>
              <a:t>Monitoramento através de portal na web e de aplicativo no seu smartphone.</a:t>
            </a:r>
            <a:endParaRPr lang="pt-BR" sz="1200" dirty="0">
              <a:latin typeface="Montserrat" panose="00000500000000000000" pitchFamily="2" charset="0"/>
              <a:cs typeface="Arial" panose="020B0604020202020204" pitchFamily="34" charset="0"/>
            </a:endParaRP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994EC10C-2FFD-2290-6E40-8308FB14D794}"/>
              </a:ext>
            </a:extLst>
          </p:cNvPr>
          <p:cNvSpPr/>
          <p:nvPr/>
        </p:nvSpPr>
        <p:spPr>
          <a:xfrm>
            <a:off x="1900103" y="4618247"/>
            <a:ext cx="4926428" cy="33810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200" dirty="0">
                <a:latin typeface="Montserrat" panose="00000500000000000000" pitchFamily="2" charset="0"/>
                <a:cs typeface="Aharoni" panose="02010803020104030203" pitchFamily="2" charset="-79"/>
              </a:rPr>
              <a:t>A qualquer hora e da onde estiver, visualize </a:t>
            </a:r>
            <a:r>
              <a:rPr lang="pt-BR" sz="1200">
                <a:latin typeface="Montserrat" panose="00000500000000000000" pitchFamily="2" charset="0"/>
                <a:cs typeface="Aharoni" panose="02010803020104030203" pitchFamily="2" charset="-79"/>
              </a:rPr>
              <a:t>sua operação!</a:t>
            </a:r>
            <a:endParaRPr lang="pt-BR" sz="1200" dirty="0">
              <a:latin typeface="Montserrat" panose="00000500000000000000" pitchFamily="2" charset="0"/>
              <a:cs typeface="Aharoni" panose="02010803020104030203" pitchFamily="2" charset="-79"/>
            </a:endParaRPr>
          </a:p>
        </p:txBody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ACD35D53-E8A2-43C5-A1FC-04207711699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572" y="4741718"/>
            <a:ext cx="183197" cy="183197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02DCF8A3-A125-0DED-B4A2-F95FE8B4815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992" y="5343460"/>
            <a:ext cx="3876192" cy="229724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3" name="CaixaDeTexto 32">
            <a:extLst>
              <a:ext uri="{FF2B5EF4-FFF2-40B4-BE49-F238E27FC236}">
                <a16:creationId xmlns:a16="http://schemas.microsoft.com/office/drawing/2014/main" id="{5B6F9203-018C-A5B3-B24E-BBD6A6661D00}"/>
              </a:ext>
            </a:extLst>
          </p:cNvPr>
          <p:cNvSpPr txBox="1"/>
          <p:nvPr/>
        </p:nvSpPr>
        <p:spPr>
          <a:xfrm>
            <a:off x="4488895" y="5279076"/>
            <a:ext cx="262697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200">
                <a:latin typeface="Montserrat" panose="00000500000000000000" pitchFamily="2" charset="0"/>
                <a:cs typeface="Arial" panose="020B0604020202020204" pitchFamily="34" charset="0"/>
              </a:rPr>
              <a:t>Alarmes em tempo real identificando falhas, assim, podendo tomar ações rápidas sem afetar a produção do seu negócio.</a:t>
            </a:r>
            <a:endParaRPr lang="pt-BR" sz="1200" dirty="0">
              <a:latin typeface="Montserrat" panose="00000500000000000000" pitchFamily="2" charset="0"/>
              <a:cs typeface="Arial" panose="020B0604020202020204" pitchFamily="34" charset="0"/>
            </a:endParaRPr>
          </a:p>
        </p:txBody>
      </p:sp>
      <p:pic>
        <p:nvPicPr>
          <p:cNvPr id="34" name="Imagem 33">
            <a:extLst>
              <a:ext uri="{FF2B5EF4-FFF2-40B4-BE49-F238E27FC236}">
                <a16:creationId xmlns:a16="http://schemas.microsoft.com/office/drawing/2014/main" id="{89CDDC4B-C571-78C0-3D3E-02EC5F158C6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175" y="6883395"/>
            <a:ext cx="2146415" cy="2435114"/>
          </a:xfrm>
          <a:prstGeom prst="rect">
            <a:avLst/>
          </a:prstGeom>
        </p:spPr>
      </p:pic>
      <p:sp>
        <p:nvSpPr>
          <p:cNvPr id="36" name="CaixaDeTexto 35">
            <a:extLst>
              <a:ext uri="{FF2B5EF4-FFF2-40B4-BE49-F238E27FC236}">
                <a16:creationId xmlns:a16="http://schemas.microsoft.com/office/drawing/2014/main" id="{1CC233BF-9682-3D79-DCAA-B8F4D7341040}"/>
              </a:ext>
            </a:extLst>
          </p:cNvPr>
          <p:cNvSpPr txBox="1"/>
          <p:nvPr/>
        </p:nvSpPr>
        <p:spPr>
          <a:xfrm>
            <a:off x="3454669" y="9366151"/>
            <a:ext cx="4719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b="1">
                <a:latin typeface="Montserrat" panose="00000500000000000000" pitchFamily="2" charset="0"/>
                <a:cs typeface="Arial" panose="020B0604020202020204" pitchFamily="34" charset="0"/>
              </a:rPr>
              <a:t>Ar comprimido na palma da mão.</a:t>
            </a:r>
            <a:endParaRPr lang="pt-BR" sz="1400" b="1" dirty="0">
              <a:latin typeface="Montserrat" panose="00000500000000000000" pitchFamily="2" charset="0"/>
              <a:cs typeface="Arial" panose="020B0604020202020204" pitchFamily="34" charset="0"/>
            </a:endParaRP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A3A50717-BFBB-696A-A161-94B56E76374B}"/>
              </a:ext>
            </a:extLst>
          </p:cNvPr>
          <p:cNvSpPr/>
          <p:nvPr/>
        </p:nvSpPr>
        <p:spPr>
          <a:xfrm>
            <a:off x="576523" y="8113503"/>
            <a:ext cx="3470380" cy="186418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F9E039BF-9DCD-57A0-807B-B714710BC688}"/>
              </a:ext>
            </a:extLst>
          </p:cNvPr>
          <p:cNvSpPr/>
          <p:nvPr/>
        </p:nvSpPr>
        <p:spPr>
          <a:xfrm>
            <a:off x="576523" y="8113503"/>
            <a:ext cx="3470380" cy="3048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Notificações de Alertas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45B4B65B-CCD2-8852-84A2-FF1C5FAFF131}"/>
              </a:ext>
            </a:extLst>
          </p:cNvPr>
          <p:cNvSpPr txBox="1"/>
          <p:nvPr/>
        </p:nvSpPr>
        <p:spPr>
          <a:xfrm>
            <a:off x="984440" y="8622654"/>
            <a:ext cx="41071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>
                <a:latin typeface="Montserrat" panose="00000500000000000000" pitchFamily="2" charset="0"/>
                <a:cs typeface="Arial" panose="020B0604020202020204" pitchFamily="34" charset="0"/>
              </a:rPr>
              <a:t>Via mensagens SMS</a:t>
            </a:r>
            <a:endParaRPr lang="pt-BR" sz="1200" dirty="0">
              <a:latin typeface="Montserrat" panose="00000500000000000000" pitchFamily="2" charset="0"/>
              <a:cs typeface="Arial" panose="020B0604020202020204" pitchFamily="34" charset="0"/>
            </a:endParaRP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1D2E1DD1-6B48-9CBF-D84C-BF7443C48340}"/>
              </a:ext>
            </a:extLst>
          </p:cNvPr>
          <p:cNvSpPr txBox="1"/>
          <p:nvPr/>
        </p:nvSpPr>
        <p:spPr>
          <a:xfrm>
            <a:off x="919659" y="9323015"/>
            <a:ext cx="40147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>
                <a:latin typeface="Montserrat" panose="00000500000000000000" pitchFamily="2" charset="0"/>
                <a:cs typeface="Arial" panose="020B0604020202020204" pitchFamily="34" charset="0"/>
              </a:rPr>
              <a:t>Via mensagens de e-mail</a:t>
            </a:r>
            <a:endParaRPr lang="pt-BR" sz="1200" dirty="0">
              <a:latin typeface="Montserrat" panose="00000500000000000000" pitchFamily="2" charset="0"/>
              <a:cs typeface="Arial" panose="020B0604020202020204" pitchFamily="34" charset="0"/>
            </a:endParaRPr>
          </a:p>
        </p:txBody>
      </p:sp>
      <p:pic>
        <p:nvPicPr>
          <p:cNvPr id="46" name="Imagem 45">
            <a:extLst>
              <a:ext uri="{FF2B5EF4-FFF2-40B4-BE49-F238E27FC236}">
                <a16:creationId xmlns:a16="http://schemas.microsoft.com/office/drawing/2014/main" id="{D1E95996-F994-A881-8D1D-A656E237CCE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910" y="8631255"/>
            <a:ext cx="304800" cy="304800"/>
          </a:xfrm>
          <a:prstGeom prst="rect">
            <a:avLst/>
          </a:prstGeom>
        </p:spPr>
      </p:pic>
      <p:pic>
        <p:nvPicPr>
          <p:cNvPr id="47" name="Imagem 46">
            <a:extLst>
              <a:ext uri="{FF2B5EF4-FFF2-40B4-BE49-F238E27FC236}">
                <a16:creationId xmlns:a16="http://schemas.microsoft.com/office/drawing/2014/main" id="{79DA0FA6-D90C-0993-7333-14574CD1A5A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371" y="9285804"/>
            <a:ext cx="285519" cy="285519"/>
          </a:xfrm>
          <a:prstGeom prst="rect">
            <a:avLst/>
          </a:prstGeom>
        </p:spPr>
      </p:pic>
      <p:cxnSp>
        <p:nvCxnSpPr>
          <p:cNvPr id="48" name="Conector reto 47">
            <a:extLst>
              <a:ext uri="{FF2B5EF4-FFF2-40B4-BE49-F238E27FC236}">
                <a16:creationId xmlns:a16="http://schemas.microsoft.com/office/drawing/2014/main" id="{135CD188-EDCB-61F3-6A77-D3088E4F5E28}"/>
              </a:ext>
            </a:extLst>
          </p:cNvPr>
          <p:cNvCxnSpPr/>
          <p:nvPr/>
        </p:nvCxnSpPr>
        <p:spPr>
          <a:xfrm>
            <a:off x="-83563" y="10452100"/>
            <a:ext cx="538195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Imagem 48">
            <a:extLst>
              <a:ext uri="{FF2B5EF4-FFF2-40B4-BE49-F238E27FC236}">
                <a16:creationId xmlns:a16="http://schemas.microsoft.com/office/drawing/2014/main" id="{53B8A3D2-6714-8EF1-48D9-451B428A93A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06346" y="10208556"/>
            <a:ext cx="1047750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387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3330</TotalTime>
  <Words>68</Words>
  <Application>Microsoft Office PowerPoint</Application>
  <PresentationFormat>Personalizar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Calibri</vt:lpstr>
      <vt:lpstr>Montserrat</vt:lpstr>
      <vt:lpstr>Arial</vt:lpstr>
      <vt:lpstr>Aptos</vt:lpstr>
      <vt:lpstr>Office Theme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Linha -E</dc:title>
  <dc:creator>EvolucaoCompressores</dc:creator>
  <cp:lastModifiedBy>Kamille Silveira</cp:lastModifiedBy>
  <cp:revision>37</cp:revision>
  <cp:lastPrinted>2025-08-20T12:01:41Z</cp:lastPrinted>
  <dcterms:created xsi:type="dcterms:W3CDTF">2006-08-16T00:00:00Z</dcterms:created>
  <dcterms:modified xsi:type="dcterms:W3CDTF">2025-09-02T18:47:07Z</dcterms:modified>
  <dc:identifier>DAGwijnfSlk</dc:identifier>
</cp:coreProperties>
</file>